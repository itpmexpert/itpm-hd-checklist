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1"/>
  </p:notesMasterIdLst>
  <p:sldIdLst>
    <p:sldId id="256" r:id="rId2"/>
    <p:sldId id="257" r:id="rId3"/>
    <p:sldId id="260" r:id="rId4"/>
    <p:sldId id="273" r:id="rId5"/>
    <p:sldId id="272" r:id="rId6"/>
    <p:sldId id="262" r:id="rId7"/>
    <p:sldId id="263" r:id="rId8"/>
    <p:sldId id="271" r:id="rId9"/>
    <p:sldId id="269" r:id="rId10"/>
  </p:sldIdLst>
  <p:sldSz cx="12192000" cy="6858000"/>
  <p:notesSz cx="6735763" cy="9866313"/>
  <p:embeddedFontLst>
    <p:embeddedFont>
      <p:font typeface="Calibri" panose="020F0502020204030204" pitchFamily="34" charset="0"/>
      <p:regular r:id="rId12"/>
      <p:bold r:id="rId13"/>
      <p:italic r:id="rId14"/>
      <p:boldItalic r:id="rId15"/>
    </p:embeddedFont>
    <p:embeddedFont>
      <p:font typeface="Helvetica Neue" panose="02000503000000020004" pitchFamily="2" charset="0"/>
      <p:regular r:id="rId16"/>
      <p:bold r:id="rId17"/>
      <p:italic r:id="rId18"/>
      <p:boldItalic r:id="rId19"/>
    </p:embeddedFont>
    <p:embeddedFont>
      <p:font typeface="Quattrocento Sans" panose="020B0502050000020003" pitchFamily="3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gjGxyIUlcmNWjL9mkBxN4T1gIBJ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Van Cuong" initials="NVC" lastIdx="2" clrIdx="0">
    <p:extLst>
      <p:ext uri="{19B8F6BF-5375-455C-9EA6-DF929625EA0E}">
        <p15:presenceInfo xmlns:p15="http://schemas.microsoft.com/office/powerpoint/2012/main" userId="S-1-5-21-1679635153-3104362673-4132010401-218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E1B34E9-0A65-4B29-B03F-8D4661A3B949}">
  <a:tblStyle styleId="{1E1B34E9-0A65-4B29-B03F-8D4661A3B949}"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7F7"/>
          </a:solidFill>
        </a:fill>
      </a:tcStyle>
    </a:wholeTbl>
    <a:band1H>
      <a:tcTxStyle/>
      <a:tcStyle>
        <a:tcBdr/>
        <a:fill>
          <a:solidFill>
            <a:srgbClr val="CACBEE"/>
          </a:solidFill>
        </a:fill>
      </a:tcStyle>
    </a:band1H>
    <a:band2H>
      <a:tcTxStyle/>
      <a:tcStyle>
        <a:tcBdr/>
      </a:tcStyle>
    </a:band2H>
    <a:band1V>
      <a:tcTxStyle/>
      <a:tcStyle>
        <a:tcBdr/>
        <a:fill>
          <a:solidFill>
            <a:srgbClr val="CACBEE"/>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3CDF8835-7BDD-4B5B-8889-5DA2054EB284}"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67"/>
  </p:normalViewPr>
  <p:slideViewPr>
    <p:cSldViewPr snapToGrid="0">
      <p:cViewPr varScale="1">
        <p:scale>
          <a:sx n="106" d="100"/>
          <a:sy n="106" d="100"/>
        </p:scale>
        <p:origin x="69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10.fntdata"/><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33" Type="http://customschemas.google.com/relationships/presentationmetadata" Target="meta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18831" cy="495029"/>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15373" y="0"/>
            <a:ext cx="2918831" cy="495029"/>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3577" y="4748163"/>
            <a:ext cx="5388610" cy="3884861"/>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371286"/>
            <a:ext cx="2918831" cy="49502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15373" y="9371286"/>
            <a:ext cx="2918831" cy="495028"/>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1:notes"/>
          <p:cNvSpPr txBox="1">
            <a:spLocks noGrp="1"/>
          </p:cNvSpPr>
          <p:nvPr>
            <p:ph type="body" idx="1"/>
          </p:nvPr>
        </p:nvSpPr>
        <p:spPr>
          <a:xfrm>
            <a:off x="673577" y="4748163"/>
            <a:ext cx="5388610" cy="388486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08" name="Google Shape;508;p1: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2:notes"/>
          <p:cNvSpPr txBox="1">
            <a:spLocks noGrp="1"/>
          </p:cNvSpPr>
          <p:nvPr>
            <p:ph type="body" idx="1"/>
          </p:nvPr>
        </p:nvSpPr>
        <p:spPr>
          <a:xfrm>
            <a:off x="673577" y="4748163"/>
            <a:ext cx="5388610" cy="388486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23" name="Google Shape;523;p2: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5:notes"/>
          <p:cNvSpPr txBox="1">
            <a:spLocks noGrp="1"/>
          </p:cNvSpPr>
          <p:nvPr>
            <p:ph type="body" idx="1"/>
          </p:nvPr>
        </p:nvSpPr>
        <p:spPr>
          <a:xfrm>
            <a:off x="673577" y="4748163"/>
            <a:ext cx="5388610" cy="388486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6" name="Google Shape;546;p5: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7: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4" name="Google Shape;564;p7:notes"/>
          <p:cNvSpPr txBox="1">
            <a:spLocks noGrp="1"/>
          </p:cNvSpPr>
          <p:nvPr>
            <p:ph type="body" idx="1"/>
          </p:nvPr>
        </p:nvSpPr>
        <p:spPr>
          <a:xfrm>
            <a:off x="673577" y="4748163"/>
            <a:ext cx="5388610" cy="388486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5" name="Google Shape;565;p7:notes"/>
          <p:cNvSpPr txBox="1">
            <a:spLocks noGrp="1"/>
          </p:cNvSpPr>
          <p:nvPr>
            <p:ph type="sldNum" idx="12"/>
          </p:nvPr>
        </p:nvSpPr>
        <p:spPr>
          <a:xfrm>
            <a:off x="3815373" y="9371286"/>
            <a:ext cx="2918831" cy="495028"/>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23723420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5:notes"/>
          <p:cNvSpPr txBox="1">
            <a:spLocks noGrp="1"/>
          </p:cNvSpPr>
          <p:nvPr>
            <p:ph type="body" idx="1"/>
          </p:nvPr>
        </p:nvSpPr>
        <p:spPr>
          <a:xfrm>
            <a:off x="673577" y="4748163"/>
            <a:ext cx="5388610" cy="388486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6" name="Google Shape;546;p5: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9096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7: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4" name="Google Shape;564;p7:notes"/>
          <p:cNvSpPr txBox="1">
            <a:spLocks noGrp="1"/>
          </p:cNvSpPr>
          <p:nvPr>
            <p:ph type="body" idx="1"/>
          </p:nvPr>
        </p:nvSpPr>
        <p:spPr>
          <a:xfrm>
            <a:off x="673577" y="4748163"/>
            <a:ext cx="5388610" cy="388486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5" name="Google Shape;565;p7:notes"/>
          <p:cNvSpPr txBox="1">
            <a:spLocks noGrp="1"/>
          </p:cNvSpPr>
          <p:nvPr>
            <p:ph type="sldNum" idx="12"/>
          </p:nvPr>
        </p:nvSpPr>
        <p:spPr>
          <a:xfrm>
            <a:off x="3815373" y="9371286"/>
            <a:ext cx="2918831" cy="495028"/>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8:notes"/>
          <p:cNvSpPr>
            <a:spLocks noGrp="1" noRot="1" noChangeAspect="1"/>
          </p:cNvSpPr>
          <p:nvPr>
            <p:ph type="sldImg" idx="2"/>
          </p:nvPr>
        </p:nvSpPr>
        <p:spPr>
          <a:xfrm>
            <a:off x="409575" y="1233488"/>
            <a:ext cx="5916613" cy="3328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2" name="Google Shape;572;p8:notes"/>
          <p:cNvSpPr txBox="1">
            <a:spLocks noGrp="1"/>
          </p:cNvSpPr>
          <p:nvPr>
            <p:ph type="body" idx="1"/>
          </p:nvPr>
        </p:nvSpPr>
        <p:spPr>
          <a:xfrm>
            <a:off x="673577" y="4748163"/>
            <a:ext cx="5388610" cy="3884861"/>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73" name="Google Shape;573;p8:notes"/>
          <p:cNvSpPr txBox="1">
            <a:spLocks noGrp="1"/>
          </p:cNvSpPr>
          <p:nvPr>
            <p:ph type="sldNum" idx="12"/>
          </p:nvPr>
        </p:nvSpPr>
        <p:spPr>
          <a:xfrm>
            <a:off x="3815373" y="9371286"/>
            <a:ext cx="2918831" cy="495028"/>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0_Welcom page B">
  <p:cSld name="0_Welcom page B">
    <p:spTree>
      <p:nvGrpSpPr>
        <p:cNvPr id="1" name="Shape 13"/>
        <p:cNvGrpSpPr/>
        <p:nvPr/>
      </p:nvGrpSpPr>
      <p:grpSpPr>
        <a:xfrm>
          <a:off x="0" y="0"/>
          <a:ext cx="0" cy="0"/>
          <a:chOff x="0" y="0"/>
          <a:chExt cx="0" cy="0"/>
        </a:xfrm>
      </p:grpSpPr>
      <p:sp>
        <p:nvSpPr>
          <p:cNvPr id="14" name="Google Shape;14;p13"/>
          <p:cNvSpPr txBox="1">
            <a:spLocks noGrp="1"/>
          </p:cNvSpPr>
          <p:nvPr>
            <p:ph type="body" idx="1"/>
          </p:nvPr>
        </p:nvSpPr>
        <p:spPr>
          <a:xfrm>
            <a:off x="4546407" y="3018392"/>
            <a:ext cx="7144508" cy="1952842"/>
          </a:xfrm>
          <a:prstGeom prst="rect">
            <a:avLst/>
          </a:prstGeom>
          <a:noFill/>
          <a:ln>
            <a:noFill/>
          </a:ln>
        </p:spPr>
        <p:txBody>
          <a:bodyPr spcFirstLastPara="1" wrap="square" lIns="0" tIns="0" rIns="0" bIns="0" anchor="b" anchorCtr="0">
            <a:spAutoFit/>
          </a:bodyPr>
          <a:lstStyle>
            <a:lvl1pPr marL="457200" lvl="0" indent="-228600" algn="r">
              <a:spcBef>
                <a:spcPts val="0"/>
              </a:spcBef>
              <a:spcAft>
                <a:spcPts val="0"/>
              </a:spcAft>
              <a:buClr>
                <a:srgbClr val="141ED2"/>
              </a:buClr>
              <a:buSzPts val="6345"/>
              <a:buNone/>
              <a:defRPr sz="6345" b="1">
                <a:solidFill>
                  <a:srgbClr val="141ED2"/>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dirty="0"/>
          </a:p>
        </p:txBody>
      </p:sp>
      <p:sp>
        <p:nvSpPr>
          <p:cNvPr id="15" name="Google Shape;15;p13"/>
          <p:cNvSpPr txBox="1">
            <a:spLocks noGrp="1"/>
          </p:cNvSpPr>
          <p:nvPr>
            <p:ph type="body" idx="2"/>
          </p:nvPr>
        </p:nvSpPr>
        <p:spPr>
          <a:xfrm>
            <a:off x="4546405" y="5426701"/>
            <a:ext cx="7144508" cy="456011"/>
          </a:xfrm>
          <a:prstGeom prst="rect">
            <a:avLst/>
          </a:prstGeom>
          <a:noFill/>
          <a:ln>
            <a:noFill/>
          </a:ln>
        </p:spPr>
        <p:txBody>
          <a:bodyPr spcFirstLastPara="1" wrap="square" lIns="0" tIns="0" rIns="0" bIns="0" anchor="b" anchorCtr="0">
            <a:spAutoFit/>
          </a:bodyPr>
          <a:lstStyle>
            <a:lvl1pPr marL="457200" lvl="0" indent="-228600" algn="r">
              <a:lnSpc>
                <a:spcPct val="100000"/>
              </a:lnSpc>
              <a:spcBef>
                <a:spcPts val="0"/>
              </a:spcBef>
              <a:spcAft>
                <a:spcPts val="0"/>
              </a:spcAft>
              <a:buClr>
                <a:srgbClr val="A5A5A2"/>
              </a:buClr>
              <a:buSzPts val="2961"/>
              <a:buNone/>
              <a:defRPr sz="2961">
                <a:solidFill>
                  <a:srgbClr val="A5A5A2"/>
                </a:solidFill>
                <a:latin typeface="Arial"/>
                <a:ea typeface="Arial"/>
                <a:cs typeface="Arial"/>
                <a:sym typeface="Arial"/>
              </a:defRPr>
            </a:lvl1pPr>
            <a:lvl2pPr marL="914400" lvl="1" indent="-443483" algn="l">
              <a:lnSpc>
                <a:spcPct val="100000"/>
              </a:lnSpc>
              <a:spcBef>
                <a:spcPts val="634"/>
              </a:spcBef>
              <a:spcAft>
                <a:spcPts val="0"/>
              </a:spcAft>
              <a:buClr>
                <a:schemeClr val="accent1"/>
              </a:buClr>
              <a:buSzPts val="3384"/>
              <a:buFont typeface="Arial"/>
              <a:buChar char="•"/>
              <a:defRPr sz="3384">
                <a:solidFill>
                  <a:srgbClr val="A5A5A2"/>
                </a:solidFill>
                <a:latin typeface="Arial"/>
                <a:ea typeface="Arial"/>
                <a:cs typeface="Arial"/>
                <a:sym typeface="Arial"/>
              </a:defRPr>
            </a:lvl2pPr>
            <a:lvl3pPr marL="1371600" lvl="2" indent="-443483" algn="l">
              <a:lnSpc>
                <a:spcPct val="100000"/>
              </a:lnSpc>
              <a:spcBef>
                <a:spcPts val="2115"/>
              </a:spcBef>
              <a:spcAft>
                <a:spcPts val="0"/>
              </a:spcAft>
              <a:buClr>
                <a:schemeClr val="accent1"/>
              </a:buClr>
              <a:buSzPts val="3384"/>
              <a:buChar char="•"/>
              <a:defRPr sz="3384">
                <a:solidFill>
                  <a:srgbClr val="A5A5A2"/>
                </a:solidFill>
                <a:latin typeface="Arial"/>
                <a:ea typeface="Arial"/>
                <a:cs typeface="Arial"/>
                <a:sym typeface="Arial"/>
              </a:defRPr>
            </a:lvl3pPr>
            <a:lvl4pPr marL="1828800" lvl="3" indent="-470344" algn="l">
              <a:spcBef>
                <a:spcPts val="2115"/>
              </a:spcBef>
              <a:spcAft>
                <a:spcPts val="0"/>
              </a:spcAft>
              <a:buClr>
                <a:srgbClr val="4A4A49"/>
              </a:buClr>
              <a:buSzPts val="3807"/>
              <a:buChar char="–"/>
              <a:defRPr sz="3807">
                <a:solidFill>
                  <a:srgbClr val="4A4A49"/>
                </a:solidFill>
              </a:defRPr>
            </a:lvl4pPr>
            <a:lvl5pPr marL="2286000" lvl="4" indent="-470344" algn="l">
              <a:spcBef>
                <a:spcPts val="761"/>
              </a:spcBef>
              <a:spcAft>
                <a:spcPts val="0"/>
              </a:spcAft>
              <a:buClr>
                <a:srgbClr val="4A4A49"/>
              </a:buClr>
              <a:buSzPts val="3807"/>
              <a:buChar char="»"/>
              <a:defRPr sz="3807">
                <a:solidFill>
                  <a:srgbClr val="4A4A49"/>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16" name="Google Shape;16;p13" descr="A screenshot of a cell phone&#10;&#10;Description automatically generated"/>
          <p:cNvPicPr preferRelativeResize="0"/>
          <p:nvPr/>
        </p:nvPicPr>
        <p:blipFill rotWithShape="1">
          <a:blip r:embed="rId2">
            <a:alphaModFix/>
          </a:blip>
          <a:srcRect/>
          <a:stretch/>
        </p:blipFill>
        <p:spPr>
          <a:xfrm>
            <a:off x="12521017" y="1"/>
            <a:ext cx="3114217"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0_Content menu">
  <p:cSld name="0_Content menu">
    <p:spTree>
      <p:nvGrpSpPr>
        <p:cNvPr id="1" name="Shape 18"/>
        <p:cNvGrpSpPr/>
        <p:nvPr/>
      </p:nvGrpSpPr>
      <p:grpSpPr>
        <a:xfrm>
          <a:off x="0" y="0"/>
          <a:ext cx="0" cy="0"/>
          <a:chOff x="0" y="0"/>
          <a:chExt cx="0" cy="0"/>
        </a:xfrm>
      </p:grpSpPr>
      <p:sp>
        <p:nvSpPr>
          <p:cNvPr id="19" name="Google Shape;19;p14"/>
          <p:cNvSpPr/>
          <p:nvPr/>
        </p:nvSpPr>
        <p:spPr>
          <a:xfrm>
            <a:off x="0" y="6469688"/>
            <a:ext cx="12192000" cy="38831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6046" dirty="0">
              <a:solidFill>
                <a:schemeClr val="lt1"/>
              </a:solidFill>
              <a:latin typeface="Calibri"/>
              <a:ea typeface="Calibri"/>
              <a:cs typeface="Calibri"/>
              <a:sym typeface="Calibri"/>
            </a:endParaRPr>
          </a:p>
        </p:txBody>
      </p:sp>
      <p:sp>
        <p:nvSpPr>
          <p:cNvPr id="20" name="Google Shape;20;p14"/>
          <p:cNvSpPr txBox="1">
            <a:spLocks noGrp="1"/>
          </p:cNvSpPr>
          <p:nvPr>
            <p:ph type="body" idx="1"/>
          </p:nvPr>
        </p:nvSpPr>
        <p:spPr>
          <a:xfrm>
            <a:off x="383101" y="6560206"/>
            <a:ext cx="8481484" cy="16280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rgbClr val="151ED1"/>
              </a:buClr>
              <a:buSzPts val="1058"/>
              <a:buNone/>
              <a:defRPr sz="1058">
                <a:solidFill>
                  <a:srgbClr val="151ED1"/>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 name="Google Shape;21;p14"/>
          <p:cNvSpPr txBox="1">
            <a:spLocks noGrp="1"/>
          </p:cNvSpPr>
          <p:nvPr>
            <p:ph type="sldNum" idx="12"/>
          </p:nvPr>
        </p:nvSpPr>
        <p:spPr>
          <a:xfrm>
            <a:off x="11035611" y="6551492"/>
            <a:ext cx="773291" cy="162860"/>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058">
                <a:solidFill>
                  <a:srgbClr val="151ED1"/>
                </a:solidFill>
                <a:latin typeface="Arial"/>
                <a:ea typeface="Arial"/>
                <a:cs typeface="Arial"/>
                <a:sym typeface="Arial"/>
              </a:defRPr>
            </a:lvl1pPr>
            <a:lvl2pPr marL="0" marR="0" lvl="1" indent="0" algn="r" rtl="0">
              <a:spcBef>
                <a:spcPts val="0"/>
              </a:spcBef>
              <a:buNone/>
              <a:defRPr sz="1058">
                <a:solidFill>
                  <a:srgbClr val="151ED1"/>
                </a:solidFill>
                <a:latin typeface="Arial"/>
                <a:ea typeface="Arial"/>
                <a:cs typeface="Arial"/>
                <a:sym typeface="Arial"/>
              </a:defRPr>
            </a:lvl2pPr>
            <a:lvl3pPr marL="0" marR="0" lvl="2" indent="0" algn="r" rtl="0">
              <a:spcBef>
                <a:spcPts val="0"/>
              </a:spcBef>
              <a:buNone/>
              <a:defRPr sz="1058">
                <a:solidFill>
                  <a:srgbClr val="151ED1"/>
                </a:solidFill>
                <a:latin typeface="Arial"/>
                <a:ea typeface="Arial"/>
                <a:cs typeface="Arial"/>
                <a:sym typeface="Arial"/>
              </a:defRPr>
            </a:lvl3pPr>
            <a:lvl4pPr marL="0" marR="0" lvl="3" indent="0" algn="r" rtl="0">
              <a:spcBef>
                <a:spcPts val="0"/>
              </a:spcBef>
              <a:buNone/>
              <a:defRPr sz="1058">
                <a:solidFill>
                  <a:srgbClr val="151ED1"/>
                </a:solidFill>
                <a:latin typeface="Arial"/>
                <a:ea typeface="Arial"/>
                <a:cs typeface="Arial"/>
                <a:sym typeface="Arial"/>
              </a:defRPr>
            </a:lvl4pPr>
            <a:lvl5pPr marL="0" marR="0" lvl="4" indent="0" algn="r" rtl="0">
              <a:spcBef>
                <a:spcPts val="0"/>
              </a:spcBef>
              <a:buNone/>
              <a:defRPr sz="1058">
                <a:solidFill>
                  <a:srgbClr val="151ED1"/>
                </a:solidFill>
                <a:latin typeface="Arial"/>
                <a:ea typeface="Arial"/>
                <a:cs typeface="Arial"/>
                <a:sym typeface="Arial"/>
              </a:defRPr>
            </a:lvl5pPr>
            <a:lvl6pPr marL="0" marR="0" lvl="5" indent="0" algn="r" rtl="0">
              <a:spcBef>
                <a:spcPts val="0"/>
              </a:spcBef>
              <a:buNone/>
              <a:defRPr sz="1058">
                <a:solidFill>
                  <a:srgbClr val="151ED1"/>
                </a:solidFill>
                <a:latin typeface="Arial"/>
                <a:ea typeface="Arial"/>
                <a:cs typeface="Arial"/>
                <a:sym typeface="Arial"/>
              </a:defRPr>
            </a:lvl6pPr>
            <a:lvl7pPr marL="0" marR="0" lvl="6" indent="0" algn="r" rtl="0">
              <a:spcBef>
                <a:spcPts val="0"/>
              </a:spcBef>
              <a:buNone/>
              <a:defRPr sz="1058">
                <a:solidFill>
                  <a:srgbClr val="151ED1"/>
                </a:solidFill>
                <a:latin typeface="Arial"/>
                <a:ea typeface="Arial"/>
                <a:cs typeface="Arial"/>
                <a:sym typeface="Arial"/>
              </a:defRPr>
            </a:lvl7pPr>
            <a:lvl8pPr marL="0" marR="0" lvl="7" indent="0" algn="r" rtl="0">
              <a:spcBef>
                <a:spcPts val="0"/>
              </a:spcBef>
              <a:buNone/>
              <a:defRPr sz="1058">
                <a:solidFill>
                  <a:srgbClr val="151ED1"/>
                </a:solidFill>
                <a:latin typeface="Arial"/>
                <a:ea typeface="Arial"/>
                <a:cs typeface="Arial"/>
                <a:sym typeface="Arial"/>
              </a:defRPr>
            </a:lvl8pPr>
            <a:lvl9pPr marL="0" marR="0" lvl="8" indent="0" algn="r" rtl="0">
              <a:spcBef>
                <a:spcPts val="0"/>
              </a:spcBef>
              <a:buNone/>
              <a:defRPr sz="1058">
                <a:solidFill>
                  <a:srgbClr val="151ED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cxnSp>
        <p:nvCxnSpPr>
          <p:cNvPr id="22" name="Google Shape;22;p14"/>
          <p:cNvCxnSpPr/>
          <p:nvPr/>
        </p:nvCxnSpPr>
        <p:spPr>
          <a:xfrm>
            <a:off x="379239" y="6469690"/>
            <a:ext cx="11433528" cy="9912"/>
          </a:xfrm>
          <a:prstGeom prst="straightConnector1">
            <a:avLst/>
          </a:prstGeom>
          <a:noFill/>
          <a:ln w="9525" cap="flat" cmpd="sng">
            <a:solidFill>
              <a:srgbClr val="141ED2"/>
            </a:solidFill>
            <a:prstDash val="solid"/>
            <a:round/>
            <a:headEnd type="none" w="sm" len="sm"/>
            <a:tailEnd type="none" w="sm" len="sm"/>
          </a:ln>
        </p:spPr>
      </p:cxnSp>
      <p:sp>
        <p:nvSpPr>
          <p:cNvPr id="23" name="Google Shape;23;p14"/>
          <p:cNvSpPr txBox="1">
            <a:spLocks noGrp="1"/>
          </p:cNvSpPr>
          <p:nvPr>
            <p:ph type="body" idx="2"/>
          </p:nvPr>
        </p:nvSpPr>
        <p:spPr>
          <a:xfrm>
            <a:off x="350408" y="1316514"/>
            <a:ext cx="8991864" cy="650819"/>
          </a:xfrm>
          <a:prstGeom prst="rect">
            <a:avLst/>
          </a:prstGeom>
          <a:noFill/>
          <a:ln>
            <a:noFill/>
          </a:ln>
        </p:spPr>
        <p:txBody>
          <a:bodyPr spcFirstLastPara="1" wrap="square" lIns="0" tIns="0" rIns="0" bIns="0" anchor="b" anchorCtr="0">
            <a:spAutoFit/>
          </a:bodyPr>
          <a:lstStyle>
            <a:lvl1pPr marL="457200" lvl="0" indent="-228600" algn="l">
              <a:spcBef>
                <a:spcPts val="0"/>
              </a:spcBef>
              <a:spcAft>
                <a:spcPts val="0"/>
              </a:spcAft>
              <a:buClr>
                <a:srgbClr val="141ED2"/>
              </a:buClr>
              <a:buSzPts val="4229"/>
              <a:buNone/>
              <a:defRPr sz="4229" b="1">
                <a:solidFill>
                  <a:srgbClr val="141ED2"/>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4"/>
          <p:cNvSpPr txBox="1">
            <a:spLocks noGrp="1"/>
          </p:cNvSpPr>
          <p:nvPr>
            <p:ph type="body" idx="3"/>
          </p:nvPr>
        </p:nvSpPr>
        <p:spPr>
          <a:xfrm>
            <a:off x="379236" y="2195252"/>
            <a:ext cx="5700416" cy="4123214"/>
          </a:xfrm>
          <a:prstGeom prst="rect">
            <a:avLst/>
          </a:prstGeom>
          <a:noFill/>
          <a:ln>
            <a:noFill/>
          </a:ln>
        </p:spPr>
        <p:txBody>
          <a:bodyPr spcFirstLastPara="1" wrap="square" lIns="0" tIns="0" rIns="0" bIns="0" anchor="t" anchorCtr="0">
            <a:normAutofit/>
          </a:bodyPr>
          <a:lstStyle>
            <a:lvl1pPr marL="457200" marR="0" lvl="0" indent="-228600" algn="l">
              <a:lnSpc>
                <a:spcPct val="100000"/>
              </a:lnSpc>
              <a:spcBef>
                <a:spcPts val="0"/>
              </a:spcBef>
              <a:spcAft>
                <a:spcPts val="0"/>
              </a:spcAft>
              <a:buClr>
                <a:srgbClr val="A5A5A2"/>
              </a:buClr>
              <a:buSzPts val="2538"/>
              <a:buFont typeface="Arial"/>
              <a:buNone/>
              <a:defRPr sz="2538">
                <a:solidFill>
                  <a:srgbClr val="A5A5A2"/>
                </a:solidFill>
                <a:latin typeface="Arial"/>
                <a:ea typeface="Arial"/>
                <a:cs typeface="Arial"/>
                <a:sym typeface="Arial"/>
              </a:defRPr>
            </a:lvl1pPr>
            <a:lvl2pPr marL="914400" lvl="1" indent="-342900" algn="l">
              <a:spcBef>
                <a:spcPts val="2115"/>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
          <p:cNvSpPr txBox="1">
            <a:spLocks noGrp="1"/>
          </p:cNvSpPr>
          <p:nvPr>
            <p:ph type="body" idx="4"/>
          </p:nvPr>
        </p:nvSpPr>
        <p:spPr>
          <a:xfrm>
            <a:off x="6174077" y="2195252"/>
            <a:ext cx="1635457" cy="4123214"/>
          </a:xfrm>
          <a:prstGeom prst="rect">
            <a:avLst/>
          </a:prstGeom>
          <a:noFill/>
          <a:ln>
            <a:noFill/>
          </a:ln>
        </p:spPr>
        <p:txBody>
          <a:bodyPr spcFirstLastPara="1" wrap="square" lIns="0" tIns="0" rIns="0" bIns="0" anchor="t" anchorCtr="0">
            <a:normAutofit/>
          </a:bodyPr>
          <a:lstStyle>
            <a:lvl1pPr marL="457200" marR="0" lvl="0" indent="-228600" algn="r">
              <a:lnSpc>
                <a:spcPct val="100000"/>
              </a:lnSpc>
              <a:spcBef>
                <a:spcPts val="0"/>
              </a:spcBef>
              <a:spcAft>
                <a:spcPts val="0"/>
              </a:spcAft>
              <a:buClr>
                <a:srgbClr val="A5A5A2"/>
              </a:buClr>
              <a:buSzPts val="2538"/>
              <a:buFont typeface="Arial"/>
              <a:buNone/>
              <a:defRPr sz="2538">
                <a:solidFill>
                  <a:srgbClr val="A5A5A2"/>
                </a:solidFill>
                <a:latin typeface="Arial"/>
                <a:ea typeface="Arial"/>
                <a:cs typeface="Arial"/>
                <a:sym typeface="Arial"/>
              </a:defRPr>
            </a:lvl1pPr>
            <a:lvl2pPr marL="914400" lvl="1" indent="-342900" algn="l">
              <a:spcBef>
                <a:spcPts val="2115"/>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26" name="Google Shape;26;p14" descr="A screenshot of a cell phone&#10;&#10;Description automatically generated"/>
          <p:cNvPicPr preferRelativeResize="0"/>
          <p:nvPr/>
        </p:nvPicPr>
        <p:blipFill rotWithShape="1">
          <a:blip r:embed="rId2">
            <a:alphaModFix/>
          </a:blip>
          <a:srcRect/>
          <a:stretch/>
        </p:blipFill>
        <p:spPr>
          <a:xfrm>
            <a:off x="12521017" y="1"/>
            <a:ext cx="3114217" cy="685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0_Basic slide_big header">
  <p:cSld name="0_Basic slide_big header">
    <p:spTree>
      <p:nvGrpSpPr>
        <p:cNvPr id="1" name="Shape 28"/>
        <p:cNvGrpSpPr/>
        <p:nvPr/>
      </p:nvGrpSpPr>
      <p:grpSpPr>
        <a:xfrm>
          <a:off x="0" y="0"/>
          <a:ext cx="0" cy="0"/>
          <a:chOff x="0" y="0"/>
          <a:chExt cx="0" cy="0"/>
        </a:xfrm>
      </p:grpSpPr>
      <p:sp>
        <p:nvSpPr>
          <p:cNvPr id="29" name="Google Shape;29;p15"/>
          <p:cNvSpPr txBox="1">
            <a:spLocks noGrp="1"/>
          </p:cNvSpPr>
          <p:nvPr>
            <p:ph type="sldNum" idx="12"/>
          </p:nvPr>
        </p:nvSpPr>
        <p:spPr>
          <a:xfrm>
            <a:off x="11035611" y="6551492"/>
            <a:ext cx="773291" cy="162860"/>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058">
                <a:solidFill>
                  <a:srgbClr val="151ED1"/>
                </a:solidFill>
                <a:latin typeface="Arial"/>
                <a:ea typeface="Arial"/>
                <a:cs typeface="Arial"/>
                <a:sym typeface="Arial"/>
              </a:defRPr>
            </a:lvl1pPr>
            <a:lvl2pPr marL="0" marR="0" lvl="1" indent="0" algn="r" rtl="0">
              <a:spcBef>
                <a:spcPts val="0"/>
              </a:spcBef>
              <a:buNone/>
              <a:defRPr sz="1058">
                <a:solidFill>
                  <a:srgbClr val="151ED1"/>
                </a:solidFill>
                <a:latin typeface="Arial"/>
                <a:ea typeface="Arial"/>
                <a:cs typeface="Arial"/>
                <a:sym typeface="Arial"/>
              </a:defRPr>
            </a:lvl2pPr>
            <a:lvl3pPr marL="0" marR="0" lvl="2" indent="0" algn="r" rtl="0">
              <a:spcBef>
                <a:spcPts val="0"/>
              </a:spcBef>
              <a:buNone/>
              <a:defRPr sz="1058">
                <a:solidFill>
                  <a:srgbClr val="151ED1"/>
                </a:solidFill>
                <a:latin typeface="Arial"/>
                <a:ea typeface="Arial"/>
                <a:cs typeface="Arial"/>
                <a:sym typeface="Arial"/>
              </a:defRPr>
            </a:lvl3pPr>
            <a:lvl4pPr marL="0" marR="0" lvl="3" indent="0" algn="r" rtl="0">
              <a:spcBef>
                <a:spcPts val="0"/>
              </a:spcBef>
              <a:buNone/>
              <a:defRPr sz="1058">
                <a:solidFill>
                  <a:srgbClr val="151ED1"/>
                </a:solidFill>
                <a:latin typeface="Arial"/>
                <a:ea typeface="Arial"/>
                <a:cs typeface="Arial"/>
                <a:sym typeface="Arial"/>
              </a:defRPr>
            </a:lvl4pPr>
            <a:lvl5pPr marL="0" marR="0" lvl="4" indent="0" algn="r" rtl="0">
              <a:spcBef>
                <a:spcPts val="0"/>
              </a:spcBef>
              <a:buNone/>
              <a:defRPr sz="1058">
                <a:solidFill>
                  <a:srgbClr val="151ED1"/>
                </a:solidFill>
                <a:latin typeface="Arial"/>
                <a:ea typeface="Arial"/>
                <a:cs typeface="Arial"/>
                <a:sym typeface="Arial"/>
              </a:defRPr>
            </a:lvl5pPr>
            <a:lvl6pPr marL="0" marR="0" lvl="5" indent="0" algn="r" rtl="0">
              <a:spcBef>
                <a:spcPts val="0"/>
              </a:spcBef>
              <a:buNone/>
              <a:defRPr sz="1058">
                <a:solidFill>
                  <a:srgbClr val="151ED1"/>
                </a:solidFill>
                <a:latin typeface="Arial"/>
                <a:ea typeface="Arial"/>
                <a:cs typeface="Arial"/>
                <a:sym typeface="Arial"/>
              </a:defRPr>
            </a:lvl6pPr>
            <a:lvl7pPr marL="0" marR="0" lvl="6" indent="0" algn="r" rtl="0">
              <a:spcBef>
                <a:spcPts val="0"/>
              </a:spcBef>
              <a:buNone/>
              <a:defRPr sz="1058">
                <a:solidFill>
                  <a:srgbClr val="151ED1"/>
                </a:solidFill>
                <a:latin typeface="Arial"/>
                <a:ea typeface="Arial"/>
                <a:cs typeface="Arial"/>
                <a:sym typeface="Arial"/>
              </a:defRPr>
            </a:lvl7pPr>
            <a:lvl8pPr marL="0" marR="0" lvl="7" indent="0" algn="r" rtl="0">
              <a:spcBef>
                <a:spcPts val="0"/>
              </a:spcBef>
              <a:buNone/>
              <a:defRPr sz="1058">
                <a:solidFill>
                  <a:srgbClr val="151ED1"/>
                </a:solidFill>
                <a:latin typeface="Arial"/>
                <a:ea typeface="Arial"/>
                <a:cs typeface="Arial"/>
                <a:sym typeface="Arial"/>
              </a:defRPr>
            </a:lvl8pPr>
            <a:lvl9pPr marL="0" marR="0" lvl="8" indent="0" algn="r" rtl="0">
              <a:spcBef>
                <a:spcPts val="0"/>
              </a:spcBef>
              <a:buNone/>
              <a:defRPr sz="1058">
                <a:solidFill>
                  <a:srgbClr val="151ED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dirty="0"/>
          </a:p>
        </p:txBody>
      </p:sp>
      <p:sp>
        <p:nvSpPr>
          <p:cNvPr id="30" name="Google Shape;30;p15"/>
          <p:cNvSpPr txBox="1">
            <a:spLocks noGrp="1"/>
          </p:cNvSpPr>
          <p:nvPr>
            <p:ph type="body" idx="1"/>
          </p:nvPr>
        </p:nvSpPr>
        <p:spPr>
          <a:xfrm>
            <a:off x="2547355" y="1898863"/>
            <a:ext cx="4834423" cy="244086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5287"/>
              <a:buNone/>
              <a:defRPr sz="5287" b="0">
                <a:solidFill>
                  <a:schemeClr val="lt1"/>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31" name="Google Shape;31;p15" descr="A screenshot of a cell phone&#10;&#10;Description automatically generated"/>
          <p:cNvPicPr preferRelativeResize="0"/>
          <p:nvPr/>
        </p:nvPicPr>
        <p:blipFill rotWithShape="1">
          <a:blip r:embed="rId2">
            <a:alphaModFix/>
          </a:blip>
          <a:srcRect/>
          <a:stretch/>
        </p:blipFill>
        <p:spPr>
          <a:xfrm>
            <a:off x="12496474" y="1"/>
            <a:ext cx="3114217" cy="68580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9"/>
        <p:cNvGrpSpPr/>
        <p:nvPr/>
      </p:nvGrpSpPr>
      <p:grpSpPr>
        <a:xfrm>
          <a:off x="0" y="0"/>
          <a:ext cx="0" cy="0"/>
          <a:chOff x="0" y="0"/>
          <a:chExt cx="0" cy="0"/>
        </a:xfrm>
      </p:grpSpPr>
      <p:sp>
        <p:nvSpPr>
          <p:cNvPr id="40" name="Google Shape;40;p17"/>
          <p:cNvSpPr txBox="1">
            <a:spLocks noGrp="1"/>
          </p:cNvSpPr>
          <p:nvPr>
            <p:ph type="dt" idx="10"/>
          </p:nvPr>
        </p:nvSpPr>
        <p:spPr>
          <a:xfrm>
            <a:off x="415118"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41" name="Google Shape;41;p17"/>
          <p:cNvSpPr txBox="1">
            <a:spLocks noGrp="1"/>
          </p:cNvSpPr>
          <p:nvPr>
            <p:ph type="ftr" idx="11"/>
          </p:nvPr>
        </p:nvSpPr>
        <p:spPr>
          <a:xfrm>
            <a:off x="3615518"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42" name="Google Shape;42;p17"/>
          <p:cNvSpPr/>
          <p:nvPr/>
        </p:nvSpPr>
        <p:spPr>
          <a:xfrm>
            <a:off x="11734824" y="0"/>
            <a:ext cx="45717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4A4A49"/>
              </a:buClr>
              <a:buSzPts val="1800"/>
              <a:buFont typeface="Calibri"/>
              <a:buNone/>
            </a:pPr>
            <a:fld id="{00000000-1234-1234-1234-123412341234}" type="slidenum">
              <a:rPr lang="en-US" sz="1800" b="0" i="0" u="none" strike="noStrike" cap="none">
                <a:solidFill>
                  <a:srgbClr val="4A4A49"/>
                </a:solidFill>
                <a:latin typeface="Calibri"/>
                <a:ea typeface="Calibri"/>
                <a:cs typeface="Calibri"/>
                <a:sym typeface="Calibri"/>
              </a:rPr>
              <a:t>‹#›</a:t>
            </a:fld>
            <a:endParaRPr sz="1800" b="0" i="0" u="none" strike="noStrike" cap="none" dirty="0">
              <a:solidFill>
                <a:srgbClr val="4A4A49"/>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ver Slide">
  <p:cSld name="Cover Slide">
    <p:spTree>
      <p:nvGrpSpPr>
        <p:cNvPr id="1" name="Shape 43"/>
        <p:cNvGrpSpPr/>
        <p:nvPr/>
      </p:nvGrpSpPr>
      <p:grpSpPr>
        <a:xfrm>
          <a:off x="0" y="0"/>
          <a:ext cx="0" cy="0"/>
          <a:chOff x="0" y="0"/>
          <a:chExt cx="0" cy="0"/>
        </a:xfrm>
      </p:grpSpPr>
      <p:sp>
        <p:nvSpPr>
          <p:cNvPr id="45" name="Google Shape;45;p18"/>
          <p:cNvSpPr txBox="1">
            <a:spLocks noGrp="1"/>
          </p:cNvSpPr>
          <p:nvPr>
            <p:ph type="body" idx="1"/>
          </p:nvPr>
        </p:nvSpPr>
        <p:spPr>
          <a:xfrm>
            <a:off x="5715000" y="1255163"/>
            <a:ext cx="5884352" cy="2075047"/>
          </a:xfrm>
          <a:prstGeom prst="rect">
            <a:avLst/>
          </a:prstGeom>
          <a:noFill/>
          <a:ln>
            <a:noFill/>
          </a:ln>
        </p:spPr>
        <p:txBody>
          <a:bodyPr spcFirstLastPara="1" wrap="square" lIns="0" tIns="0" rIns="0" bIns="0" anchor="b" anchorCtr="0">
            <a:normAutofit/>
          </a:bodyPr>
          <a:lstStyle>
            <a:lvl1pPr marL="457200" lvl="0" indent="-228600" algn="r">
              <a:lnSpc>
                <a:spcPct val="90000"/>
              </a:lnSpc>
              <a:spcBef>
                <a:spcPts val="0"/>
              </a:spcBef>
              <a:spcAft>
                <a:spcPts val="0"/>
              </a:spcAft>
              <a:buClr>
                <a:srgbClr val="4A4A49"/>
              </a:buClr>
              <a:buSzPts val="6000"/>
              <a:buNone/>
              <a:defRPr sz="6000">
                <a:solidFill>
                  <a:srgbClr val="4A4A49"/>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6" name="Google Shape;46;p18"/>
          <p:cNvSpPr txBox="1">
            <a:spLocks noGrp="1"/>
          </p:cNvSpPr>
          <p:nvPr>
            <p:ph type="body" idx="2"/>
          </p:nvPr>
        </p:nvSpPr>
        <p:spPr>
          <a:xfrm>
            <a:off x="5715001" y="3541871"/>
            <a:ext cx="5884351" cy="1072445"/>
          </a:xfrm>
          <a:prstGeom prst="rect">
            <a:avLst/>
          </a:prstGeom>
          <a:noFill/>
          <a:ln>
            <a:noFill/>
          </a:ln>
        </p:spPr>
        <p:txBody>
          <a:bodyPr spcFirstLastPara="1" wrap="square" lIns="0" tIns="0" rIns="0" bIns="0" anchor="t" anchorCtr="0">
            <a:normAutofit/>
          </a:bodyPr>
          <a:lstStyle>
            <a:lvl1pPr marL="457200" marR="0" lvl="0" indent="-228600" algn="r">
              <a:lnSpc>
                <a:spcPct val="100000"/>
              </a:lnSpc>
              <a:spcBef>
                <a:spcPts val="0"/>
              </a:spcBef>
              <a:spcAft>
                <a:spcPts val="0"/>
              </a:spcAft>
              <a:buClr>
                <a:schemeClr val="lt2"/>
              </a:buClr>
              <a:buSzPts val="2400"/>
              <a:buFont typeface="Arial"/>
              <a:buNone/>
              <a:defRPr sz="2400" b="1">
                <a:solidFill>
                  <a:schemeClr val="lt2"/>
                </a:solidFill>
                <a:latin typeface="Arial"/>
                <a:ea typeface="Arial"/>
                <a:cs typeface="Arial"/>
                <a:sym typeface="Arial"/>
              </a:defRPr>
            </a:lvl1pPr>
            <a:lvl2pPr marL="914400" lvl="1" indent="-342900" algn="l">
              <a:spcBef>
                <a:spcPts val="1333"/>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Contents Slide">
  <p:cSld name="1_Contents Slide">
    <p:spTree>
      <p:nvGrpSpPr>
        <p:cNvPr id="1" name="Shape 47"/>
        <p:cNvGrpSpPr/>
        <p:nvPr/>
      </p:nvGrpSpPr>
      <p:grpSpPr>
        <a:xfrm>
          <a:off x="0" y="0"/>
          <a:ext cx="0" cy="0"/>
          <a:chOff x="0" y="0"/>
          <a:chExt cx="0" cy="0"/>
        </a:xfrm>
      </p:grpSpPr>
      <p:cxnSp>
        <p:nvCxnSpPr>
          <p:cNvPr id="49" name="Google Shape;49;p19"/>
          <p:cNvCxnSpPr/>
          <p:nvPr/>
        </p:nvCxnSpPr>
        <p:spPr>
          <a:xfrm>
            <a:off x="592668" y="578551"/>
            <a:ext cx="11077217" cy="0"/>
          </a:xfrm>
          <a:prstGeom prst="straightConnector1">
            <a:avLst/>
          </a:prstGeom>
          <a:noFill/>
          <a:ln w="9525" cap="flat" cmpd="sng">
            <a:solidFill>
              <a:srgbClr val="A5A5A5"/>
            </a:solidFill>
            <a:prstDash val="solid"/>
            <a:round/>
            <a:headEnd type="none" w="sm" len="sm"/>
            <a:tailEnd type="none" w="sm" len="sm"/>
          </a:ln>
        </p:spPr>
      </p:cxnSp>
      <p:sp>
        <p:nvSpPr>
          <p:cNvPr id="50" name="Google Shape;50;p19"/>
          <p:cNvSpPr txBox="1">
            <a:spLocks noGrp="1"/>
          </p:cNvSpPr>
          <p:nvPr>
            <p:ph type="body" idx="1"/>
          </p:nvPr>
        </p:nvSpPr>
        <p:spPr>
          <a:xfrm>
            <a:off x="592667" y="0"/>
            <a:ext cx="8481484" cy="577851"/>
          </a:xfrm>
          <a:prstGeom prst="rect">
            <a:avLst/>
          </a:prstGeom>
          <a:noFill/>
          <a:ln>
            <a:noFill/>
          </a:ln>
        </p:spPr>
        <p:txBody>
          <a:bodyPr spcFirstLastPara="1" wrap="square" lIns="0" tIns="0" rIns="0" bIns="0" anchor="ctr" anchorCtr="0">
            <a:normAutofit/>
          </a:bodyPr>
          <a:lstStyle>
            <a:lvl1pPr marL="457200" lvl="0" indent="-228600" algn="l">
              <a:spcBef>
                <a:spcPts val="0"/>
              </a:spcBef>
              <a:spcAft>
                <a:spcPts val="0"/>
              </a:spcAft>
              <a:buClr>
                <a:srgbClr val="4A4A49"/>
              </a:buClr>
              <a:buSzPts val="1333"/>
              <a:buNone/>
              <a:defRPr sz="1333">
                <a:solidFill>
                  <a:srgbClr val="4A4A49"/>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dirty="0"/>
          </a:p>
        </p:txBody>
      </p:sp>
      <p:sp>
        <p:nvSpPr>
          <p:cNvPr id="51" name="Google Shape;51;p19"/>
          <p:cNvSpPr txBox="1">
            <a:spLocks noGrp="1"/>
          </p:cNvSpPr>
          <p:nvPr>
            <p:ph type="body" idx="2"/>
          </p:nvPr>
        </p:nvSpPr>
        <p:spPr>
          <a:xfrm>
            <a:off x="592667" y="577851"/>
            <a:ext cx="11076517" cy="805039"/>
          </a:xfrm>
          <a:prstGeom prst="rect">
            <a:avLst/>
          </a:prstGeom>
          <a:noFill/>
          <a:ln>
            <a:noFill/>
          </a:ln>
        </p:spPr>
        <p:txBody>
          <a:bodyPr spcFirstLastPara="1" wrap="square" lIns="0" tIns="0" rIns="0" bIns="0" anchor="ctr" anchorCtr="0">
            <a:normAutofit/>
          </a:bodyPr>
          <a:lstStyle>
            <a:lvl1pPr marL="457200" lvl="0" indent="-228600" algn="l">
              <a:spcBef>
                <a:spcPts val="0"/>
              </a:spcBef>
              <a:spcAft>
                <a:spcPts val="0"/>
              </a:spcAft>
              <a:buClr>
                <a:srgbClr val="4A4A49"/>
              </a:buClr>
              <a:buSzPts val="4000"/>
              <a:buNone/>
              <a:defRPr sz="4000">
                <a:solidFill>
                  <a:srgbClr val="4A4A49"/>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2" name="Google Shape;52;p19"/>
          <p:cNvSpPr txBox="1">
            <a:spLocks noGrp="1"/>
          </p:cNvSpPr>
          <p:nvPr>
            <p:ph type="body" idx="3"/>
          </p:nvPr>
        </p:nvSpPr>
        <p:spPr>
          <a:xfrm>
            <a:off x="592667" y="1792110"/>
            <a:ext cx="3894667" cy="4134556"/>
          </a:xfrm>
          <a:prstGeom prst="rect">
            <a:avLst/>
          </a:prstGeom>
          <a:noFill/>
          <a:ln>
            <a:noFill/>
          </a:ln>
        </p:spPr>
        <p:txBody>
          <a:bodyPr spcFirstLastPara="1" wrap="square" lIns="0" tIns="0" rIns="0" bIns="0" anchor="t" anchorCtr="0">
            <a:normAutofit/>
          </a:bodyPr>
          <a:lstStyle>
            <a:lvl1pPr marL="457200" marR="0" lvl="0" indent="-228600" algn="l">
              <a:lnSpc>
                <a:spcPct val="100000"/>
              </a:lnSpc>
              <a:spcBef>
                <a:spcPts val="0"/>
              </a:spcBef>
              <a:spcAft>
                <a:spcPts val="0"/>
              </a:spcAft>
              <a:buClr>
                <a:srgbClr val="4A4A49"/>
              </a:buClr>
              <a:buSzPts val="2400"/>
              <a:buFont typeface="Arial"/>
              <a:buNone/>
              <a:defRPr sz="2400">
                <a:solidFill>
                  <a:srgbClr val="4A4A49"/>
                </a:solidFill>
                <a:latin typeface="Arial"/>
                <a:ea typeface="Arial"/>
                <a:cs typeface="Arial"/>
                <a:sym typeface="Arial"/>
              </a:defRPr>
            </a:lvl1pPr>
            <a:lvl2pPr marL="914400" lvl="1" indent="-342900" algn="l">
              <a:spcBef>
                <a:spcPts val="1333"/>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3" name="Google Shape;53;p19"/>
          <p:cNvSpPr txBox="1">
            <a:spLocks noGrp="1"/>
          </p:cNvSpPr>
          <p:nvPr>
            <p:ph type="body" idx="4"/>
          </p:nvPr>
        </p:nvSpPr>
        <p:spPr>
          <a:xfrm>
            <a:off x="4487334" y="1792110"/>
            <a:ext cx="1030111" cy="4134556"/>
          </a:xfrm>
          <a:prstGeom prst="rect">
            <a:avLst/>
          </a:prstGeom>
          <a:noFill/>
          <a:ln>
            <a:noFill/>
          </a:ln>
        </p:spPr>
        <p:txBody>
          <a:bodyPr spcFirstLastPara="1" wrap="square" lIns="0" tIns="0" rIns="0" bIns="0" anchor="t" anchorCtr="0">
            <a:normAutofit/>
          </a:bodyPr>
          <a:lstStyle>
            <a:lvl1pPr marL="457200" marR="0" lvl="0" indent="-228600" algn="r">
              <a:lnSpc>
                <a:spcPct val="100000"/>
              </a:lnSpc>
              <a:spcBef>
                <a:spcPts val="0"/>
              </a:spcBef>
              <a:spcAft>
                <a:spcPts val="0"/>
              </a:spcAft>
              <a:buClr>
                <a:srgbClr val="4A4A49"/>
              </a:buClr>
              <a:buSzPts val="2400"/>
              <a:buFont typeface="Arial"/>
              <a:buNone/>
              <a:defRPr sz="2400">
                <a:solidFill>
                  <a:srgbClr val="4A4A49"/>
                </a:solidFill>
                <a:latin typeface="Arial"/>
                <a:ea typeface="Arial"/>
                <a:cs typeface="Arial"/>
                <a:sym typeface="Arial"/>
              </a:defRPr>
            </a:lvl1pPr>
            <a:lvl2pPr marL="914400" lvl="1" indent="-342900" algn="l">
              <a:spcBef>
                <a:spcPts val="1333"/>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4" name="Google Shape;54;p19"/>
          <p:cNvSpPr txBox="1">
            <a:spLocks noGrp="1"/>
          </p:cNvSpPr>
          <p:nvPr>
            <p:ph type="sldNum" idx="12"/>
          </p:nvPr>
        </p:nvSpPr>
        <p:spPr>
          <a:xfrm>
            <a:off x="10896596" y="2370"/>
            <a:ext cx="773289" cy="576181"/>
          </a:xfrm>
          <a:prstGeom prst="rect">
            <a:avLst/>
          </a:prstGeom>
          <a:noFill/>
          <a:ln>
            <a:noFill/>
          </a:ln>
        </p:spPr>
        <p:txBody>
          <a:bodyPr spcFirstLastPara="1" wrap="square" lIns="0" tIns="0" rIns="0" bIns="0" anchor="ctr" anchorCtr="0">
            <a:noAutofit/>
          </a:bodyPr>
          <a:lstStyle>
            <a:lvl1pPr marL="0" marR="0" lvl="0" indent="0" algn="r" rtl="0">
              <a:spcBef>
                <a:spcPts val="0"/>
              </a:spcBef>
              <a:buNone/>
              <a:defRPr sz="1333">
                <a:solidFill>
                  <a:schemeClr val="dk1"/>
                </a:solidFill>
                <a:latin typeface="Helvetica Neue"/>
                <a:ea typeface="Helvetica Neue"/>
                <a:cs typeface="Helvetica Neue"/>
                <a:sym typeface="Helvetica Neue"/>
              </a:defRPr>
            </a:lvl1pPr>
            <a:lvl2pPr marL="0" marR="0" lvl="1" indent="0" algn="r" rtl="0">
              <a:spcBef>
                <a:spcPts val="0"/>
              </a:spcBef>
              <a:buNone/>
              <a:defRPr sz="1333">
                <a:solidFill>
                  <a:schemeClr val="dk1"/>
                </a:solidFill>
                <a:latin typeface="Helvetica Neue"/>
                <a:ea typeface="Helvetica Neue"/>
                <a:cs typeface="Helvetica Neue"/>
                <a:sym typeface="Helvetica Neue"/>
              </a:defRPr>
            </a:lvl2pPr>
            <a:lvl3pPr marL="0" marR="0" lvl="2" indent="0" algn="r" rtl="0">
              <a:spcBef>
                <a:spcPts val="0"/>
              </a:spcBef>
              <a:buNone/>
              <a:defRPr sz="1333">
                <a:solidFill>
                  <a:schemeClr val="dk1"/>
                </a:solidFill>
                <a:latin typeface="Helvetica Neue"/>
                <a:ea typeface="Helvetica Neue"/>
                <a:cs typeface="Helvetica Neue"/>
                <a:sym typeface="Helvetica Neue"/>
              </a:defRPr>
            </a:lvl3pPr>
            <a:lvl4pPr marL="0" marR="0" lvl="3" indent="0" algn="r" rtl="0">
              <a:spcBef>
                <a:spcPts val="0"/>
              </a:spcBef>
              <a:buNone/>
              <a:defRPr sz="1333">
                <a:solidFill>
                  <a:schemeClr val="dk1"/>
                </a:solidFill>
                <a:latin typeface="Helvetica Neue"/>
                <a:ea typeface="Helvetica Neue"/>
                <a:cs typeface="Helvetica Neue"/>
                <a:sym typeface="Helvetica Neue"/>
              </a:defRPr>
            </a:lvl4pPr>
            <a:lvl5pPr marL="0" marR="0" lvl="4" indent="0" algn="r" rtl="0">
              <a:spcBef>
                <a:spcPts val="0"/>
              </a:spcBef>
              <a:buNone/>
              <a:defRPr sz="1333">
                <a:solidFill>
                  <a:schemeClr val="dk1"/>
                </a:solidFill>
                <a:latin typeface="Helvetica Neue"/>
                <a:ea typeface="Helvetica Neue"/>
                <a:cs typeface="Helvetica Neue"/>
                <a:sym typeface="Helvetica Neue"/>
              </a:defRPr>
            </a:lvl5pPr>
            <a:lvl6pPr marL="0" marR="0" lvl="5" indent="0" algn="r" rtl="0">
              <a:spcBef>
                <a:spcPts val="0"/>
              </a:spcBef>
              <a:buNone/>
              <a:defRPr sz="1333">
                <a:solidFill>
                  <a:schemeClr val="dk1"/>
                </a:solidFill>
                <a:latin typeface="Helvetica Neue"/>
                <a:ea typeface="Helvetica Neue"/>
                <a:cs typeface="Helvetica Neue"/>
                <a:sym typeface="Helvetica Neue"/>
              </a:defRPr>
            </a:lvl6pPr>
            <a:lvl7pPr marL="0" marR="0" lvl="6" indent="0" algn="r" rtl="0">
              <a:spcBef>
                <a:spcPts val="0"/>
              </a:spcBef>
              <a:buNone/>
              <a:defRPr sz="1333">
                <a:solidFill>
                  <a:schemeClr val="dk1"/>
                </a:solidFill>
                <a:latin typeface="Helvetica Neue"/>
                <a:ea typeface="Helvetica Neue"/>
                <a:cs typeface="Helvetica Neue"/>
                <a:sym typeface="Helvetica Neue"/>
              </a:defRPr>
            </a:lvl7pPr>
            <a:lvl8pPr marL="0" marR="0" lvl="7" indent="0" algn="r" rtl="0">
              <a:spcBef>
                <a:spcPts val="0"/>
              </a:spcBef>
              <a:buNone/>
              <a:defRPr sz="1333">
                <a:solidFill>
                  <a:schemeClr val="dk1"/>
                </a:solidFill>
                <a:latin typeface="Helvetica Neue"/>
                <a:ea typeface="Helvetica Neue"/>
                <a:cs typeface="Helvetica Neue"/>
                <a:sym typeface="Helvetica Neue"/>
              </a:defRPr>
            </a:lvl8pPr>
            <a:lvl9pPr marL="0" marR="0" lvl="8" indent="0" algn="r" rtl="0">
              <a:spcBef>
                <a:spcPts val="0"/>
              </a:spcBef>
              <a:buNone/>
              <a:defRPr sz="1333">
                <a:solidFill>
                  <a:schemeClr val="dk1"/>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ivider Slide Dark Blue">
  <p:cSld name="Divider Slide Dark Blue">
    <p:spTree>
      <p:nvGrpSpPr>
        <p:cNvPr id="1" name="Shape 55"/>
        <p:cNvGrpSpPr/>
        <p:nvPr/>
      </p:nvGrpSpPr>
      <p:grpSpPr>
        <a:xfrm>
          <a:off x="0" y="0"/>
          <a:ext cx="0" cy="0"/>
          <a:chOff x="0" y="0"/>
          <a:chExt cx="0" cy="0"/>
        </a:xfrm>
      </p:grpSpPr>
      <p:cxnSp>
        <p:nvCxnSpPr>
          <p:cNvPr id="57" name="Google Shape;57;p20"/>
          <p:cNvCxnSpPr/>
          <p:nvPr/>
        </p:nvCxnSpPr>
        <p:spPr>
          <a:xfrm>
            <a:off x="592668" y="578551"/>
            <a:ext cx="11077217" cy="0"/>
          </a:xfrm>
          <a:prstGeom prst="straightConnector1">
            <a:avLst/>
          </a:prstGeom>
          <a:noFill/>
          <a:ln w="9525" cap="flat" cmpd="sng">
            <a:solidFill>
              <a:srgbClr val="A5A5A5"/>
            </a:solidFill>
            <a:prstDash val="solid"/>
            <a:round/>
            <a:headEnd type="none" w="sm" len="sm"/>
            <a:tailEnd type="none" w="sm" len="sm"/>
          </a:ln>
        </p:spPr>
      </p:cxnSp>
      <p:sp>
        <p:nvSpPr>
          <p:cNvPr id="58" name="Google Shape;58;p20"/>
          <p:cNvSpPr txBox="1">
            <a:spLocks noGrp="1"/>
          </p:cNvSpPr>
          <p:nvPr>
            <p:ph type="body" idx="1"/>
          </p:nvPr>
        </p:nvSpPr>
        <p:spPr>
          <a:xfrm>
            <a:off x="592667" y="0"/>
            <a:ext cx="8481484" cy="577851"/>
          </a:xfrm>
          <a:prstGeom prst="rect">
            <a:avLst/>
          </a:prstGeom>
          <a:noFill/>
          <a:ln>
            <a:noFill/>
          </a:ln>
        </p:spPr>
        <p:txBody>
          <a:bodyPr spcFirstLastPara="1" wrap="square" lIns="0" tIns="0" rIns="0" bIns="0" anchor="ctr" anchorCtr="0">
            <a:normAutofit/>
          </a:bodyPr>
          <a:lstStyle>
            <a:lvl1pPr marL="457200" lvl="0" indent="-228600" algn="l">
              <a:spcBef>
                <a:spcPts val="0"/>
              </a:spcBef>
              <a:spcAft>
                <a:spcPts val="0"/>
              </a:spcAft>
              <a:buClr>
                <a:srgbClr val="4A4A49"/>
              </a:buClr>
              <a:buSzPts val="1333"/>
              <a:buNone/>
              <a:defRPr sz="1333">
                <a:solidFill>
                  <a:srgbClr val="4A4A49"/>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9" name="Google Shape;59;p20"/>
          <p:cNvSpPr txBox="1">
            <a:spLocks noGrp="1"/>
          </p:cNvSpPr>
          <p:nvPr>
            <p:ph type="body" idx="2"/>
          </p:nvPr>
        </p:nvSpPr>
        <p:spPr>
          <a:xfrm>
            <a:off x="2511781" y="2779882"/>
            <a:ext cx="5771444" cy="3174999"/>
          </a:xfrm>
          <a:prstGeom prst="rect">
            <a:avLst/>
          </a:prstGeom>
          <a:noFill/>
          <a:ln>
            <a:noFill/>
          </a:ln>
        </p:spPr>
        <p:txBody>
          <a:bodyPr spcFirstLastPara="1" wrap="square" lIns="0" tIns="0" rIns="0" bIns="0" anchor="ctr" anchorCtr="0">
            <a:noAutofit/>
          </a:bodyPr>
          <a:lstStyle>
            <a:lvl1pPr marL="457200" lvl="0" indent="-228600" algn="l">
              <a:lnSpc>
                <a:spcPct val="90000"/>
              </a:lnSpc>
              <a:spcBef>
                <a:spcPts val="0"/>
              </a:spcBef>
              <a:spcAft>
                <a:spcPts val="0"/>
              </a:spcAft>
              <a:buClr>
                <a:schemeClr val="lt1"/>
              </a:buClr>
              <a:buSzPts val="6000"/>
              <a:buNone/>
              <a:defRPr sz="6000">
                <a:solidFill>
                  <a:schemeClr val="lt1"/>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0" name="Google Shape;60;p20"/>
          <p:cNvSpPr txBox="1">
            <a:spLocks noGrp="1"/>
          </p:cNvSpPr>
          <p:nvPr>
            <p:ph type="sldNum" idx="12"/>
          </p:nvPr>
        </p:nvSpPr>
        <p:spPr>
          <a:xfrm>
            <a:off x="10896596" y="2370"/>
            <a:ext cx="773289" cy="576181"/>
          </a:xfrm>
          <a:prstGeom prst="rect">
            <a:avLst/>
          </a:prstGeom>
          <a:noFill/>
          <a:ln>
            <a:noFill/>
          </a:ln>
        </p:spPr>
        <p:txBody>
          <a:bodyPr spcFirstLastPara="1" wrap="square" lIns="0" tIns="0" rIns="0" bIns="0" anchor="ctr" anchorCtr="0">
            <a:noAutofit/>
          </a:bodyPr>
          <a:lstStyle>
            <a:lvl1pPr marL="0" marR="0" lvl="0" indent="0" algn="r" rtl="0">
              <a:spcBef>
                <a:spcPts val="0"/>
              </a:spcBef>
              <a:buNone/>
              <a:defRPr sz="1333">
                <a:solidFill>
                  <a:schemeClr val="dk1"/>
                </a:solidFill>
                <a:latin typeface="Helvetica Neue"/>
                <a:ea typeface="Helvetica Neue"/>
                <a:cs typeface="Helvetica Neue"/>
                <a:sym typeface="Helvetica Neue"/>
              </a:defRPr>
            </a:lvl1pPr>
            <a:lvl2pPr marL="0" marR="0" lvl="1" indent="0" algn="r" rtl="0">
              <a:spcBef>
                <a:spcPts val="0"/>
              </a:spcBef>
              <a:buNone/>
              <a:defRPr sz="1333">
                <a:solidFill>
                  <a:schemeClr val="dk1"/>
                </a:solidFill>
                <a:latin typeface="Helvetica Neue"/>
                <a:ea typeface="Helvetica Neue"/>
                <a:cs typeface="Helvetica Neue"/>
                <a:sym typeface="Helvetica Neue"/>
              </a:defRPr>
            </a:lvl2pPr>
            <a:lvl3pPr marL="0" marR="0" lvl="2" indent="0" algn="r" rtl="0">
              <a:spcBef>
                <a:spcPts val="0"/>
              </a:spcBef>
              <a:buNone/>
              <a:defRPr sz="1333">
                <a:solidFill>
                  <a:schemeClr val="dk1"/>
                </a:solidFill>
                <a:latin typeface="Helvetica Neue"/>
                <a:ea typeface="Helvetica Neue"/>
                <a:cs typeface="Helvetica Neue"/>
                <a:sym typeface="Helvetica Neue"/>
              </a:defRPr>
            </a:lvl3pPr>
            <a:lvl4pPr marL="0" marR="0" lvl="3" indent="0" algn="r" rtl="0">
              <a:spcBef>
                <a:spcPts val="0"/>
              </a:spcBef>
              <a:buNone/>
              <a:defRPr sz="1333">
                <a:solidFill>
                  <a:schemeClr val="dk1"/>
                </a:solidFill>
                <a:latin typeface="Helvetica Neue"/>
                <a:ea typeface="Helvetica Neue"/>
                <a:cs typeface="Helvetica Neue"/>
                <a:sym typeface="Helvetica Neue"/>
              </a:defRPr>
            </a:lvl4pPr>
            <a:lvl5pPr marL="0" marR="0" lvl="4" indent="0" algn="r" rtl="0">
              <a:spcBef>
                <a:spcPts val="0"/>
              </a:spcBef>
              <a:buNone/>
              <a:defRPr sz="1333">
                <a:solidFill>
                  <a:schemeClr val="dk1"/>
                </a:solidFill>
                <a:latin typeface="Helvetica Neue"/>
                <a:ea typeface="Helvetica Neue"/>
                <a:cs typeface="Helvetica Neue"/>
                <a:sym typeface="Helvetica Neue"/>
              </a:defRPr>
            </a:lvl5pPr>
            <a:lvl6pPr marL="0" marR="0" lvl="5" indent="0" algn="r" rtl="0">
              <a:spcBef>
                <a:spcPts val="0"/>
              </a:spcBef>
              <a:buNone/>
              <a:defRPr sz="1333">
                <a:solidFill>
                  <a:schemeClr val="dk1"/>
                </a:solidFill>
                <a:latin typeface="Helvetica Neue"/>
                <a:ea typeface="Helvetica Neue"/>
                <a:cs typeface="Helvetica Neue"/>
                <a:sym typeface="Helvetica Neue"/>
              </a:defRPr>
            </a:lvl6pPr>
            <a:lvl7pPr marL="0" marR="0" lvl="6" indent="0" algn="r" rtl="0">
              <a:spcBef>
                <a:spcPts val="0"/>
              </a:spcBef>
              <a:buNone/>
              <a:defRPr sz="1333">
                <a:solidFill>
                  <a:schemeClr val="dk1"/>
                </a:solidFill>
                <a:latin typeface="Helvetica Neue"/>
                <a:ea typeface="Helvetica Neue"/>
                <a:cs typeface="Helvetica Neue"/>
                <a:sym typeface="Helvetica Neue"/>
              </a:defRPr>
            </a:lvl7pPr>
            <a:lvl8pPr marL="0" marR="0" lvl="7" indent="0" algn="r" rtl="0">
              <a:spcBef>
                <a:spcPts val="0"/>
              </a:spcBef>
              <a:buNone/>
              <a:defRPr sz="1333">
                <a:solidFill>
                  <a:schemeClr val="dk1"/>
                </a:solidFill>
                <a:latin typeface="Helvetica Neue"/>
                <a:ea typeface="Helvetica Neue"/>
                <a:cs typeface="Helvetica Neue"/>
                <a:sym typeface="Helvetica Neue"/>
              </a:defRPr>
            </a:lvl8pPr>
            <a:lvl9pPr marL="0" marR="0" lvl="8" indent="0" algn="r" rtl="0">
              <a:spcBef>
                <a:spcPts val="0"/>
              </a:spcBef>
              <a:buNone/>
              <a:defRPr sz="1333">
                <a:solidFill>
                  <a:schemeClr val="dk1"/>
                </a:solidFill>
                <a:latin typeface="Helvetica Neue"/>
                <a:ea typeface="Helvetica Neue"/>
                <a:cs typeface="Helvetica Neue"/>
                <a:sym typeface="Helvetica Neu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9">
                                            <p:txEl>
                                              <p:pRg st="0" end="0"/>
                                            </p:txEl>
                                          </p:spTgt>
                                        </p:tgtEl>
                                        <p:attrNameLst>
                                          <p:attrName>style.visibility</p:attrName>
                                        </p:attrNameLst>
                                      </p:cBhvr>
                                      <p:to>
                                        <p:strVal val="visible"/>
                                      </p:to>
                                    </p:set>
                                    <p:animEffect transition="in" filter="fade">
                                      <p:cBhvr>
                                        <p:cTn id="7" dur="500"/>
                                        <p:tgtEl>
                                          <p:spTgt spid="5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9">
                                            <p:txEl>
                                              <p:pRg st="1" end="1"/>
                                            </p:txEl>
                                          </p:spTgt>
                                        </p:tgtEl>
                                        <p:attrNameLst>
                                          <p:attrName>style.visibility</p:attrName>
                                        </p:attrNameLst>
                                      </p:cBhvr>
                                      <p:to>
                                        <p:strVal val="visible"/>
                                      </p:to>
                                    </p:set>
                                    <p:animEffect transition="in" filter="fade">
                                      <p:cBhvr>
                                        <p:cTn id="10" dur="500"/>
                                        <p:tgtEl>
                                          <p:spTgt spid="59">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9">
                                            <p:txEl>
                                              <p:pRg st="2" end="2"/>
                                            </p:txEl>
                                          </p:spTgt>
                                        </p:tgtEl>
                                        <p:attrNameLst>
                                          <p:attrName>style.visibility</p:attrName>
                                        </p:attrNameLst>
                                      </p:cBhvr>
                                      <p:to>
                                        <p:strVal val="visible"/>
                                      </p:to>
                                    </p:set>
                                    <p:animEffect transition="in" filter="fade">
                                      <p:cBhvr>
                                        <p:cTn id="13" dur="500"/>
                                        <p:tgtEl>
                                          <p:spTgt spid="59">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9">
                                            <p:txEl>
                                              <p:pRg st="3" end="3"/>
                                            </p:txEl>
                                          </p:spTgt>
                                        </p:tgtEl>
                                        <p:attrNameLst>
                                          <p:attrName>style.visibility</p:attrName>
                                        </p:attrNameLst>
                                      </p:cBhvr>
                                      <p:to>
                                        <p:strVal val="visible"/>
                                      </p:to>
                                    </p:set>
                                    <p:animEffect transition="in" filter="fade">
                                      <p:cBhvr>
                                        <p:cTn id="16" dur="500"/>
                                        <p:tgtEl>
                                          <p:spTgt spid="59">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9">
                                            <p:txEl>
                                              <p:pRg st="4" end="4"/>
                                            </p:txEl>
                                          </p:spTgt>
                                        </p:tgtEl>
                                        <p:attrNameLst>
                                          <p:attrName>style.visibility</p:attrName>
                                        </p:attrNameLst>
                                      </p:cBhvr>
                                      <p:to>
                                        <p:strVal val="visible"/>
                                      </p:to>
                                    </p:set>
                                    <p:animEffect transition="in" filter="fade">
                                      <p:cBhvr>
                                        <p:cTn id="19" dur="500"/>
                                        <p:tgtEl>
                                          <p:spTgt spid="59">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59">
                                            <p:txEl>
                                              <p:pRg st="5" end="5"/>
                                            </p:txEl>
                                          </p:spTgt>
                                        </p:tgtEl>
                                        <p:attrNameLst>
                                          <p:attrName>style.visibility</p:attrName>
                                        </p:attrNameLst>
                                      </p:cBhvr>
                                      <p:to>
                                        <p:strVal val="visible"/>
                                      </p:to>
                                    </p:set>
                                    <p:animEffect transition="in" filter="fade">
                                      <p:cBhvr>
                                        <p:cTn id="22" dur="500"/>
                                        <p:tgtEl>
                                          <p:spTgt spid="59">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59">
                                            <p:txEl>
                                              <p:pRg st="6" end="6"/>
                                            </p:txEl>
                                          </p:spTgt>
                                        </p:tgtEl>
                                        <p:attrNameLst>
                                          <p:attrName>style.visibility</p:attrName>
                                        </p:attrNameLst>
                                      </p:cBhvr>
                                      <p:to>
                                        <p:strVal val="visible"/>
                                      </p:to>
                                    </p:set>
                                    <p:animEffect transition="in" filter="fade">
                                      <p:cBhvr>
                                        <p:cTn id="25" dur="500"/>
                                        <p:tgtEl>
                                          <p:spTgt spid="59">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59">
                                            <p:txEl>
                                              <p:pRg st="7" end="7"/>
                                            </p:txEl>
                                          </p:spTgt>
                                        </p:tgtEl>
                                        <p:attrNameLst>
                                          <p:attrName>style.visibility</p:attrName>
                                        </p:attrNameLst>
                                      </p:cBhvr>
                                      <p:to>
                                        <p:strVal val="visible"/>
                                      </p:to>
                                    </p:set>
                                    <p:animEffect transition="in" filter="fade">
                                      <p:cBhvr>
                                        <p:cTn id="28" dur="500"/>
                                        <p:tgtEl>
                                          <p:spTgt spid="59">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59">
                                            <p:txEl>
                                              <p:pRg st="8" end="8"/>
                                            </p:txEl>
                                          </p:spTgt>
                                        </p:tgtEl>
                                        <p:attrNameLst>
                                          <p:attrName>style.visibility</p:attrName>
                                        </p:attrNameLst>
                                      </p:cBhvr>
                                      <p:to>
                                        <p:strVal val="visible"/>
                                      </p:to>
                                    </p:set>
                                    <p:animEffect transition="in" filter="fade">
                                      <p:cBhvr>
                                        <p:cTn id="31" dur="500"/>
                                        <p:tgtEl>
                                          <p:spTgt spid="5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Layout 1 Dark Blue">
  <p:cSld name="Layout 1 Dark Blue">
    <p:spTree>
      <p:nvGrpSpPr>
        <p:cNvPr id="1" name="Shape 61"/>
        <p:cNvGrpSpPr/>
        <p:nvPr/>
      </p:nvGrpSpPr>
      <p:grpSpPr>
        <a:xfrm>
          <a:off x="0" y="0"/>
          <a:ext cx="0" cy="0"/>
          <a:chOff x="0" y="0"/>
          <a:chExt cx="0" cy="0"/>
        </a:xfrm>
      </p:grpSpPr>
      <p:cxnSp>
        <p:nvCxnSpPr>
          <p:cNvPr id="63" name="Google Shape;63;p21"/>
          <p:cNvCxnSpPr/>
          <p:nvPr/>
        </p:nvCxnSpPr>
        <p:spPr>
          <a:xfrm>
            <a:off x="592668" y="578551"/>
            <a:ext cx="11077217" cy="0"/>
          </a:xfrm>
          <a:prstGeom prst="straightConnector1">
            <a:avLst/>
          </a:prstGeom>
          <a:noFill/>
          <a:ln w="9525" cap="flat" cmpd="sng">
            <a:solidFill>
              <a:srgbClr val="A5A5A5"/>
            </a:solidFill>
            <a:prstDash val="solid"/>
            <a:round/>
            <a:headEnd type="none" w="sm" len="sm"/>
            <a:tailEnd type="none" w="sm" len="sm"/>
          </a:ln>
        </p:spPr>
      </p:cxnSp>
      <p:sp>
        <p:nvSpPr>
          <p:cNvPr id="64" name="Google Shape;64;p21"/>
          <p:cNvSpPr txBox="1">
            <a:spLocks noGrp="1"/>
          </p:cNvSpPr>
          <p:nvPr>
            <p:ph type="body" idx="1"/>
          </p:nvPr>
        </p:nvSpPr>
        <p:spPr>
          <a:xfrm>
            <a:off x="592667" y="0"/>
            <a:ext cx="8481484" cy="577851"/>
          </a:xfrm>
          <a:prstGeom prst="rect">
            <a:avLst/>
          </a:prstGeom>
          <a:noFill/>
          <a:ln>
            <a:noFill/>
          </a:ln>
        </p:spPr>
        <p:txBody>
          <a:bodyPr spcFirstLastPara="1" wrap="square" lIns="0" tIns="0" rIns="0" bIns="0" anchor="ctr" anchorCtr="0">
            <a:normAutofit/>
          </a:bodyPr>
          <a:lstStyle>
            <a:lvl1pPr marL="457200" lvl="0" indent="-228600" algn="l">
              <a:spcBef>
                <a:spcPts val="0"/>
              </a:spcBef>
              <a:spcAft>
                <a:spcPts val="0"/>
              </a:spcAft>
              <a:buClr>
                <a:srgbClr val="4A4A49"/>
              </a:buClr>
              <a:buSzPts val="1333"/>
              <a:buNone/>
              <a:defRPr sz="1333">
                <a:solidFill>
                  <a:srgbClr val="4A4A49"/>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5" name="Google Shape;65;p21"/>
          <p:cNvSpPr txBox="1">
            <a:spLocks noGrp="1"/>
          </p:cNvSpPr>
          <p:nvPr>
            <p:ph type="body" idx="2"/>
          </p:nvPr>
        </p:nvSpPr>
        <p:spPr>
          <a:xfrm>
            <a:off x="592667" y="577851"/>
            <a:ext cx="11076517" cy="805039"/>
          </a:xfrm>
          <a:prstGeom prst="rect">
            <a:avLst/>
          </a:prstGeom>
          <a:noFill/>
          <a:ln>
            <a:noFill/>
          </a:ln>
        </p:spPr>
        <p:txBody>
          <a:bodyPr spcFirstLastPara="1" wrap="square" lIns="0" tIns="0" rIns="0" bIns="0" anchor="ctr" anchorCtr="0">
            <a:normAutofit/>
          </a:bodyPr>
          <a:lstStyle>
            <a:lvl1pPr marL="457200" lvl="0" indent="-228600" algn="l">
              <a:spcBef>
                <a:spcPts val="0"/>
              </a:spcBef>
              <a:spcAft>
                <a:spcPts val="0"/>
              </a:spcAft>
              <a:buClr>
                <a:srgbClr val="131ED3"/>
              </a:buClr>
              <a:buSzPts val="4000"/>
              <a:buNone/>
              <a:defRPr sz="4000" b="1">
                <a:solidFill>
                  <a:srgbClr val="131ED3"/>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6" name="Google Shape;66;p21"/>
          <p:cNvSpPr txBox="1">
            <a:spLocks noGrp="1"/>
          </p:cNvSpPr>
          <p:nvPr>
            <p:ph type="body" idx="3"/>
          </p:nvPr>
        </p:nvSpPr>
        <p:spPr>
          <a:xfrm>
            <a:off x="592667" y="1792819"/>
            <a:ext cx="10166352" cy="3019071"/>
          </a:xfrm>
          <a:prstGeom prst="rect">
            <a:avLst/>
          </a:prstGeom>
          <a:noFill/>
          <a:ln>
            <a:noFill/>
          </a:ln>
        </p:spPr>
        <p:txBody>
          <a:bodyPr spcFirstLastPara="1" wrap="square" lIns="0" tIns="0" rIns="0" bIns="0" anchor="ctr" anchorCtr="0">
            <a:normAutofit/>
          </a:bodyPr>
          <a:lstStyle>
            <a:lvl1pPr marL="457200" lvl="0" indent="-228600" algn="l">
              <a:lnSpc>
                <a:spcPct val="90000"/>
              </a:lnSpc>
              <a:spcBef>
                <a:spcPts val="0"/>
              </a:spcBef>
              <a:spcAft>
                <a:spcPts val="0"/>
              </a:spcAft>
              <a:buClr>
                <a:schemeClr val="dk1"/>
              </a:buClr>
              <a:buSzPts val="6000"/>
              <a:buNone/>
              <a:defRPr sz="6000">
                <a:solidFill>
                  <a:schemeClr val="dk1"/>
                </a:solidFill>
                <a:latin typeface="Arial"/>
                <a:ea typeface="Arial"/>
                <a:cs typeface="Arial"/>
                <a:sym typeface="Arial"/>
              </a:defRPr>
            </a:lvl1pPr>
            <a:lvl2pPr marL="914400" lvl="1" indent="-381000" algn="l">
              <a:spcBef>
                <a:spcPts val="1333"/>
              </a:spcBef>
              <a:spcAft>
                <a:spcPts val="0"/>
              </a:spcAft>
              <a:buClr>
                <a:srgbClr val="006FBA"/>
              </a:buClr>
              <a:buSzPts val="2400"/>
              <a:buFont typeface="Arial"/>
              <a:buChar char="•"/>
              <a:defRPr sz="2400">
                <a:solidFill>
                  <a:srgbClr val="4A4A49"/>
                </a:solidFill>
                <a:latin typeface="Arial"/>
                <a:ea typeface="Arial"/>
                <a:cs typeface="Arial"/>
                <a:sym typeface="Arial"/>
              </a:defRPr>
            </a:lvl2pPr>
            <a:lvl3pPr marL="1371600" lvl="2" indent="-381000" algn="l">
              <a:spcBef>
                <a:spcPts val="1333"/>
              </a:spcBef>
              <a:spcAft>
                <a:spcPts val="0"/>
              </a:spcAft>
              <a:buClr>
                <a:srgbClr val="006FBA"/>
              </a:buClr>
              <a:buSzPts val="2400"/>
              <a:buChar char="•"/>
              <a:defRPr sz="2400">
                <a:solidFill>
                  <a:srgbClr val="4A4A49"/>
                </a:solidFill>
                <a:latin typeface="Arial"/>
                <a:ea typeface="Arial"/>
                <a:cs typeface="Arial"/>
                <a:sym typeface="Arial"/>
              </a:defRPr>
            </a:lvl3pPr>
            <a:lvl4pPr marL="1828800" lvl="3" indent="-381000" algn="l">
              <a:spcBef>
                <a:spcPts val="1333"/>
              </a:spcBef>
              <a:spcAft>
                <a:spcPts val="0"/>
              </a:spcAft>
              <a:buClr>
                <a:srgbClr val="4A4A49"/>
              </a:buClr>
              <a:buSzPts val="2400"/>
              <a:buChar char="–"/>
              <a:defRPr sz="2400">
                <a:solidFill>
                  <a:srgbClr val="4A4A49"/>
                </a:solidFill>
              </a:defRPr>
            </a:lvl4pPr>
            <a:lvl5pPr marL="2286000" lvl="4" indent="-381000" algn="l">
              <a:spcBef>
                <a:spcPts val="480"/>
              </a:spcBef>
              <a:spcAft>
                <a:spcPts val="0"/>
              </a:spcAft>
              <a:buClr>
                <a:srgbClr val="4A4A49"/>
              </a:buClr>
              <a:buSzPts val="2400"/>
              <a:buChar char="»"/>
              <a:defRPr sz="2400">
                <a:solidFill>
                  <a:srgbClr val="4A4A49"/>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7" name="Google Shape;67;p21"/>
          <p:cNvSpPr txBox="1"/>
          <p:nvPr/>
        </p:nvSpPr>
        <p:spPr>
          <a:xfrm>
            <a:off x="10896596" y="2370"/>
            <a:ext cx="773289" cy="576181"/>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US" sz="1333">
                <a:solidFill>
                  <a:schemeClr val="dk1"/>
                </a:solidFill>
                <a:latin typeface="Helvetica Neue"/>
                <a:ea typeface="Helvetica Neue"/>
                <a:cs typeface="Helvetica Neue"/>
                <a:sym typeface="Helvetica Neue"/>
              </a:rPr>
              <a:t>‹#›</a:t>
            </a:fld>
            <a:endParaRPr sz="1333" dirty="0">
              <a:solidFill>
                <a:schemeClr val="dk1"/>
              </a:solidFill>
              <a:latin typeface="Helvetica Neue"/>
              <a:ea typeface="Helvetica Neue"/>
              <a:cs typeface="Helvetica Neue"/>
              <a:sym typeface="Helvetica Neue"/>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Layout 2 Dark Blue">
  <p:cSld name="Layout 2 Dark Blue">
    <p:spTree>
      <p:nvGrpSpPr>
        <p:cNvPr id="1" name="Shape 68"/>
        <p:cNvGrpSpPr/>
        <p:nvPr/>
      </p:nvGrpSpPr>
      <p:grpSpPr>
        <a:xfrm>
          <a:off x="0" y="0"/>
          <a:ext cx="0" cy="0"/>
          <a:chOff x="0" y="0"/>
          <a:chExt cx="0" cy="0"/>
        </a:xfrm>
      </p:grpSpPr>
      <p:cxnSp>
        <p:nvCxnSpPr>
          <p:cNvPr id="70" name="Google Shape;70;p22"/>
          <p:cNvCxnSpPr/>
          <p:nvPr/>
        </p:nvCxnSpPr>
        <p:spPr>
          <a:xfrm>
            <a:off x="592668" y="578551"/>
            <a:ext cx="11077217" cy="0"/>
          </a:xfrm>
          <a:prstGeom prst="straightConnector1">
            <a:avLst/>
          </a:prstGeom>
          <a:noFill/>
          <a:ln w="9525" cap="flat" cmpd="sng">
            <a:solidFill>
              <a:srgbClr val="A5A5A5"/>
            </a:solidFill>
            <a:prstDash val="solid"/>
            <a:round/>
            <a:headEnd type="none" w="sm" len="sm"/>
            <a:tailEnd type="none" w="sm" len="sm"/>
          </a:ln>
        </p:spPr>
      </p:cxnSp>
      <p:sp>
        <p:nvSpPr>
          <p:cNvPr id="71" name="Google Shape;71;p22"/>
          <p:cNvSpPr txBox="1">
            <a:spLocks noGrp="1"/>
          </p:cNvSpPr>
          <p:nvPr>
            <p:ph type="body" idx="1"/>
          </p:nvPr>
        </p:nvSpPr>
        <p:spPr>
          <a:xfrm>
            <a:off x="592667" y="0"/>
            <a:ext cx="8481484" cy="577851"/>
          </a:xfrm>
          <a:prstGeom prst="rect">
            <a:avLst/>
          </a:prstGeom>
          <a:noFill/>
          <a:ln>
            <a:noFill/>
          </a:ln>
        </p:spPr>
        <p:txBody>
          <a:bodyPr spcFirstLastPara="1" wrap="square" lIns="0" tIns="0" rIns="0" bIns="0" anchor="ctr" anchorCtr="0">
            <a:normAutofit/>
          </a:bodyPr>
          <a:lstStyle>
            <a:lvl1pPr marL="457200" lvl="0" indent="-228600" algn="l">
              <a:spcBef>
                <a:spcPts val="0"/>
              </a:spcBef>
              <a:spcAft>
                <a:spcPts val="0"/>
              </a:spcAft>
              <a:buClr>
                <a:srgbClr val="4A4A49"/>
              </a:buClr>
              <a:buSzPts val="1333"/>
              <a:buNone/>
              <a:defRPr sz="1333">
                <a:solidFill>
                  <a:srgbClr val="4A4A49"/>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2" name="Google Shape;72;p22"/>
          <p:cNvSpPr txBox="1">
            <a:spLocks noGrp="1"/>
          </p:cNvSpPr>
          <p:nvPr>
            <p:ph type="body" idx="2"/>
          </p:nvPr>
        </p:nvSpPr>
        <p:spPr>
          <a:xfrm>
            <a:off x="592667" y="577851"/>
            <a:ext cx="11076517" cy="805039"/>
          </a:xfrm>
          <a:prstGeom prst="rect">
            <a:avLst/>
          </a:prstGeom>
          <a:noFill/>
          <a:ln>
            <a:noFill/>
          </a:ln>
        </p:spPr>
        <p:txBody>
          <a:bodyPr spcFirstLastPara="1" wrap="square" lIns="0" tIns="0" rIns="0" bIns="0" anchor="ctr" anchorCtr="0">
            <a:normAutofit/>
          </a:bodyPr>
          <a:lstStyle>
            <a:lvl1pPr marL="457200" lvl="0" indent="-228600" algn="l">
              <a:spcBef>
                <a:spcPts val="0"/>
              </a:spcBef>
              <a:spcAft>
                <a:spcPts val="0"/>
              </a:spcAft>
              <a:buClr>
                <a:srgbClr val="131ED3"/>
              </a:buClr>
              <a:buSzPts val="4000"/>
              <a:buNone/>
              <a:defRPr sz="4000" b="1">
                <a:solidFill>
                  <a:srgbClr val="131ED3"/>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3" name="Google Shape;73;p22"/>
          <p:cNvSpPr txBox="1">
            <a:spLocks noGrp="1"/>
          </p:cNvSpPr>
          <p:nvPr>
            <p:ph type="body" idx="3"/>
          </p:nvPr>
        </p:nvSpPr>
        <p:spPr>
          <a:xfrm>
            <a:off x="592667" y="1792818"/>
            <a:ext cx="10166352" cy="3781073"/>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Clr>
                <a:srgbClr val="4A4A49"/>
              </a:buClr>
              <a:buSzPts val="2400"/>
              <a:buNone/>
              <a:defRPr sz="2400">
                <a:solidFill>
                  <a:srgbClr val="4A4A49"/>
                </a:solidFill>
                <a:latin typeface="Arial"/>
                <a:ea typeface="Arial"/>
                <a:cs typeface="Arial"/>
                <a:sym typeface="Arial"/>
              </a:defRPr>
            </a:lvl1pPr>
            <a:lvl2pPr marL="914400" lvl="1" indent="-381000" algn="l">
              <a:spcBef>
                <a:spcPts val="1333"/>
              </a:spcBef>
              <a:spcAft>
                <a:spcPts val="0"/>
              </a:spcAft>
              <a:buClr>
                <a:schemeClr val="accent1"/>
              </a:buClr>
              <a:buSzPts val="2400"/>
              <a:buFont typeface="Arial"/>
              <a:buChar char="•"/>
              <a:defRPr sz="2400">
                <a:solidFill>
                  <a:srgbClr val="4A4A49"/>
                </a:solidFill>
                <a:latin typeface="Arial"/>
                <a:ea typeface="Arial"/>
                <a:cs typeface="Arial"/>
                <a:sym typeface="Arial"/>
              </a:defRPr>
            </a:lvl2pPr>
            <a:lvl3pPr marL="1371600" lvl="2" indent="-381000" algn="l">
              <a:spcBef>
                <a:spcPts val="1333"/>
              </a:spcBef>
              <a:spcAft>
                <a:spcPts val="0"/>
              </a:spcAft>
              <a:buClr>
                <a:schemeClr val="accent1"/>
              </a:buClr>
              <a:buSzPts val="2400"/>
              <a:buChar char="•"/>
              <a:defRPr sz="2400">
                <a:solidFill>
                  <a:srgbClr val="4A4A49"/>
                </a:solidFill>
                <a:latin typeface="Arial"/>
                <a:ea typeface="Arial"/>
                <a:cs typeface="Arial"/>
                <a:sym typeface="Arial"/>
              </a:defRPr>
            </a:lvl3pPr>
            <a:lvl4pPr marL="1828800" lvl="3" indent="-381000" algn="l">
              <a:spcBef>
                <a:spcPts val="1333"/>
              </a:spcBef>
              <a:spcAft>
                <a:spcPts val="0"/>
              </a:spcAft>
              <a:buClr>
                <a:srgbClr val="4A4A49"/>
              </a:buClr>
              <a:buSzPts val="2400"/>
              <a:buChar char="–"/>
              <a:defRPr sz="2400">
                <a:solidFill>
                  <a:srgbClr val="4A4A49"/>
                </a:solidFill>
              </a:defRPr>
            </a:lvl4pPr>
            <a:lvl5pPr marL="2286000" lvl="4" indent="-381000" algn="l">
              <a:spcBef>
                <a:spcPts val="480"/>
              </a:spcBef>
              <a:spcAft>
                <a:spcPts val="0"/>
              </a:spcAft>
              <a:buClr>
                <a:srgbClr val="4A4A49"/>
              </a:buClr>
              <a:buSzPts val="2400"/>
              <a:buChar char="»"/>
              <a:defRPr sz="2400">
                <a:solidFill>
                  <a:srgbClr val="4A4A49"/>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4" name="Google Shape;74;p22"/>
          <p:cNvSpPr txBox="1"/>
          <p:nvPr/>
        </p:nvSpPr>
        <p:spPr>
          <a:xfrm>
            <a:off x="10896596" y="2370"/>
            <a:ext cx="773289" cy="576181"/>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US" sz="1333">
                <a:solidFill>
                  <a:schemeClr val="dk1"/>
                </a:solidFill>
                <a:latin typeface="Helvetica Neue"/>
                <a:ea typeface="Helvetica Neue"/>
                <a:cs typeface="Helvetica Neue"/>
                <a:sym typeface="Helvetica Neue"/>
              </a:rPr>
              <a:t>‹#›</a:t>
            </a:fld>
            <a:endParaRPr sz="1333" dirty="0">
              <a:solidFill>
                <a:schemeClr val="dk1"/>
              </a:solidFill>
              <a:latin typeface="Helvetica Neue"/>
              <a:ea typeface="Helvetica Neue"/>
              <a:cs typeface="Helvetica Neue"/>
              <a:sym typeface="Helvetica Neue"/>
            </a:endParaRPr>
          </a:p>
        </p:txBody>
      </p:sp>
      <p:sp>
        <p:nvSpPr>
          <p:cNvPr id="75" name="Google Shape;75;p22"/>
          <p:cNvSpPr txBox="1"/>
          <p:nvPr/>
        </p:nvSpPr>
        <p:spPr>
          <a:xfrm>
            <a:off x="12474223" y="-1"/>
            <a:ext cx="2215444" cy="6574749"/>
          </a:xfrm>
          <a:prstGeom prst="rect">
            <a:avLst/>
          </a:prstGeom>
          <a:solidFill>
            <a:srgbClr val="FFFFFF"/>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67" b="1" i="0" dirty="0">
                <a:solidFill>
                  <a:srgbClr val="4A4A49"/>
                </a:solidFill>
                <a:latin typeface="Arial"/>
                <a:ea typeface="Arial"/>
                <a:cs typeface="Arial"/>
                <a:sym typeface="Arial"/>
              </a:rPr>
              <a:t>To change bullet point </a:t>
            </a:r>
            <a:r>
              <a:rPr lang="en-US" sz="1867" b="1" i="0" dirty="0" err="1">
                <a:solidFill>
                  <a:srgbClr val="4A4A49"/>
                </a:solidFill>
                <a:latin typeface="Arial"/>
                <a:ea typeface="Arial"/>
                <a:cs typeface="Arial"/>
                <a:sym typeface="Arial"/>
              </a:rPr>
              <a:t>colours</a:t>
            </a:r>
            <a:endParaRPr sz="1867" b="1" i="0" dirty="0">
              <a:solidFill>
                <a:srgbClr val="4A4A49"/>
              </a:solidFill>
              <a:latin typeface="Arial"/>
              <a:ea typeface="Arial"/>
              <a:cs typeface="Arial"/>
              <a:sym typeface="Arial"/>
            </a:endParaRPr>
          </a:p>
          <a:p>
            <a:pPr marL="0" marR="0" lvl="0" indent="0" algn="l" rtl="0">
              <a:spcBef>
                <a:spcPts val="0"/>
              </a:spcBef>
              <a:spcAft>
                <a:spcPts val="0"/>
              </a:spcAft>
              <a:buNone/>
            </a:pPr>
            <a:endParaRPr sz="1867" b="1" i="0" dirty="0">
              <a:solidFill>
                <a:srgbClr val="4A4A49"/>
              </a:solidFill>
              <a:latin typeface="Arial"/>
              <a:ea typeface="Arial"/>
              <a:cs typeface="Arial"/>
              <a:sym typeface="Arial"/>
            </a:endParaRPr>
          </a:p>
          <a:p>
            <a:pPr marL="0" marR="0" lvl="0" indent="0" algn="l" rtl="0">
              <a:spcBef>
                <a:spcPts val="0"/>
              </a:spcBef>
              <a:spcAft>
                <a:spcPts val="0"/>
              </a:spcAft>
              <a:buNone/>
            </a:pPr>
            <a:r>
              <a:rPr lang="en-US" sz="1333" b="0" i="0" dirty="0">
                <a:solidFill>
                  <a:srgbClr val="4A4A49"/>
                </a:solidFill>
                <a:latin typeface="Arial"/>
                <a:ea typeface="Arial"/>
                <a:cs typeface="Arial"/>
                <a:sym typeface="Arial"/>
              </a:rPr>
              <a:t>The text on this slide is designed so that when you click the forward and backward level buttons under paragraph (as shown below) bullets are applied or taken away.</a:t>
            </a:r>
            <a:endParaRPr dirty="0"/>
          </a:p>
          <a:p>
            <a:pPr marL="0" marR="0" lvl="0" indent="0" algn="l" rtl="0">
              <a:spcBef>
                <a:spcPts val="0"/>
              </a:spcBef>
              <a:spcAft>
                <a:spcPts val="0"/>
              </a:spcAft>
              <a:buNone/>
            </a:pPr>
            <a:endParaRPr sz="1333" dirty="0">
              <a:solidFill>
                <a:srgbClr val="4A4A49"/>
              </a:solidFill>
              <a:latin typeface="Arial"/>
              <a:ea typeface="Arial"/>
              <a:cs typeface="Arial"/>
              <a:sym typeface="Arial"/>
            </a:endParaRPr>
          </a:p>
          <a:p>
            <a:pPr marL="0" marR="0" lvl="0" indent="0" algn="l" rtl="0">
              <a:spcBef>
                <a:spcPts val="0"/>
              </a:spcBef>
              <a:spcAft>
                <a:spcPts val="0"/>
              </a:spcAft>
              <a:buNone/>
            </a:pPr>
            <a:endParaRPr sz="1333" b="0" i="0" dirty="0">
              <a:solidFill>
                <a:srgbClr val="4A4A49"/>
              </a:solidFill>
              <a:latin typeface="Arial"/>
              <a:ea typeface="Arial"/>
              <a:cs typeface="Arial"/>
              <a:sym typeface="Arial"/>
            </a:endParaRPr>
          </a:p>
          <a:p>
            <a:pPr marL="0" marR="0" lvl="0" indent="0" algn="l" rtl="0">
              <a:spcBef>
                <a:spcPts val="0"/>
              </a:spcBef>
              <a:spcAft>
                <a:spcPts val="0"/>
              </a:spcAft>
              <a:buNone/>
            </a:pPr>
            <a:endParaRPr sz="1333" dirty="0">
              <a:solidFill>
                <a:srgbClr val="4A4A49"/>
              </a:solidFill>
              <a:latin typeface="Arial"/>
              <a:ea typeface="Arial"/>
              <a:cs typeface="Arial"/>
              <a:sym typeface="Arial"/>
            </a:endParaRPr>
          </a:p>
          <a:p>
            <a:pPr marL="0" marR="0" lvl="0" indent="0" algn="l" rtl="0">
              <a:spcBef>
                <a:spcPts val="0"/>
              </a:spcBef>
              <a:spcAft>
                <a:spcPts val="0"/>
              </a:spcAft>
              <a:buNone/>
            </a:pPr>
            <a:endParaRPr sz="1333" b="0" i="0" dirty="0">
              <a:solidFill>
                <a:srgbClr val="4A4A49"/>
              </a:solidFill>
              <a:latin typeface="Arial"/>
              <a:ea typeface="Arial"/>
              <a:cs typeface="Arial"/>
              <a:sym typeface="Arial"/>
            </a:endParaRPr>
          </a:p>
          <a:p>
            <a:pPr marL="0" marR="0" lvl="0" indent="0" algn="l" rtl="0">
              <a:spcBef>
                <a:spcPts val="0"/>
              </a:spcBef>
              <a:spcAft>
                <a:spcPts val="0"/>
              </a:spcAft>
              <a:buNone/>
            </a:pPr>
            <a:endParaRPr sz="1333" dirty="0">
              <a:solidFill>
                <a:srgbClr val="4A4A49"/>
              </a:solidFill>
              <a:latin typeface="Arial"/>
              <a:ea typeface="Arial"/>
              <a:cs typeface="Arial"/>
              <a:sym typeface="Arial"/>
            </a:endParaRPr>
          </a:p>
          <a:p>
            <a:pPr marL="0" marR="0" lvl="0" indent="0" algn="l" rtl="0">
              <a:spcBef>
                <a:spcPts val="0"/>
              </a:spcBef>
              <a:spcAft>
                <a:spcPts val="0"/>
              </a:spcAft>
              <a:buNone/>
            </a:pPr>
            <a:r>
              <a:rPr lang="en-US" sz="1333" dirty="0">
                <a:solidFill>
                  <a:srgbClr val="4A4A49"/>
                </a:solidFill>
                <a:latin typeface="Arial"/>
                <a:ea typeface="Arial"/>
                <a:cs typeface="Arial"/>
                <a:sym typeface="Arial"/>
              </a:rPr>
              <a:t>To change </a:t>
            </a:r>
            <a:r>
              <a:rPr lang="en-US" sz="1333" dirty="0" err="1">
                <a:solidFill>
                  <a:srgbClr val="4A4A49"/>
                </a:solidFill>
                <a:latin typeface="Arial"/>
                <a:ea typeface="Arial"/>
                <a:cs typeface="Arial"/>
                <a:sym typeface="Arial"/>
              </a:rPr>
              <a:t>colour</a:t>
            </a:r>
            <a:r>
              <a:rPr lang="en-US" sz="1333" dirty="0">
                <a:solidFill>
                  <a:srgbClr val="4A4A49"/>
                </a:solidFill>
                <a:latin typeface="Arial"/>
                <a:ea typeface="Arial"/>
                <a:cs typeface="Arial"/>
                <a:sym typeface="Arial"/>
              </a:rPr>
              <a:t> of individual bullet points you need to highlight that line of text and then under the click the drop down arrow next to the bullet button (shown below) and then click define new bullet and then select a new </a:t>
            </a:r>
            <a:r>
              <a:rPr lang="en-US" sz="1333" dirty="0" err="1">
                <a:solidFill>
                  <a:srgbClr val="4A4A49"/>
                </a:solidFill>
                <a:latin typeface="Arial"/>
                <a:ea typeface="Arial"/>
                <a:cs typeface="Arial"/>
                <a:sym typeface="Arial"/>
              </a:rPr>
              <a:t>colour</a:t>
            </a:r>
            <a:r>
              <a:rPr lang="en-US" sz="1333" dirty="0">
                <a:solidFill>
                  <a:srgbClr val="4A4A49"/>
                </a:solidFill>
                <a:latin typeface="Arial"/>
                <a:ea typeface="Arial"/>
                <a:cs typeface="Arial"/>
                <a:sym typeface="Arial"/>
              </a:rPr>
              <a:t> from the MBAL palette.</a:t>
            </a:r>
            <a:endParaRPr dirty="0"/>
          </a:p>
          <a:p>
            <a:pPr marL="0" marR="0" lvl="0" indent="0" algn="l" rtl="0">
              <a:spcBef>
                <a:spcPts val="0"/>
              </a:spcBef>
              <a:spcAft>
                <a:spcPts val="0"/>
              </a:spcAft>
              <a:buNone/>
            </a:pPr>
            <a:endParaRPr sz="1333" b="0" i="0" dirty="0">
              <a:solidFill>
                <a:srgbClr val="4A4A49"/>
              </a:solidFill>
              <a:latin typeface="Arial"/>
              <a:ea typeface="Arial"/>
              <a:cs typeface="Arial"/>
              <a:sym typeface="Arial"/>
            </a:endParaRPr>
          </a:p>
          <a:p>
            <a:pPr marL="0" marR="0" lvl="0" indent="0" algn="l" rtl="0">
              <a:spcBef>
                <a:spcPts val="0"/>
              </a:spcBef>
              <a:spcAft>
                <a:spcPts val="0"/>
              </a:spcAft>
              <a:buNone/>
            </a:pPr>
            <a:endParaRPr sz="1333" dirty="0">
              <a:solidFill>
                <a:srgbClr val="4A4A49"/>
              </a:solidFill>
              <a:latin typeface="Arial"/>
              <a:ea typeface="Arial"/>
              <a:cs typeface="Arial"/>
              <a:sym typeface="Arial"/>
            </a:endParaRPr>
          </a:p>
          <a:p>
            <a:pPr marL="0" marR="0" lvl="0" indent="0" algn="l" rtl="0">
              <a:spcBef>
                <a:spcPts val="0"/>
              </a:spcBef>
              <a:spcAft>
                <a:spcPts val="0"/>
              </a:spcAft>
              <a:buNone/>
            </a:pPr>
            <a:endParaRPr sz="1333" b="0" i="0" dirty="0">
              <a:solidFill>
                <a:srgbClr val="4A4A49"/>
              </a:solidFill>
              <a:latin typeface="Arial"/>
              <a:ea typeface="Arial"/>
              <a:cs typeface="Arial"/>
              <a:sym typeface="Arial"/>
            </a:endParaRPr>
          </a:p>
          <a:p>
            <a:pPr marL="0" marR="0" lvl="0" indent="0" algn="l" rtl="0">
              <a:spcBef>
                <a:spcPts val="0"/>
              </a:spcBef>
              <a:spcAft>
                <a:spcPts val="0"/>
              </a:spcAft>
              <a:buNone/>
            </a:pPr>
            <a:endParaRPr sz="1333" b="0" i="0" dirty="0">
              <a:solidFill>
                <a:srgbClr val="4A4A49"/>
              </a:solidFill>
              <a:latin typeface="Arial"/>
              <a:ea typeface="Arial"/>
              <a:cs typeface="Arial"/>
              <a:sym typeface="Arial"/>
            </a:endParaRPr>
          </a:p>
          <a:p>
            <a:pPr marL="0" marR="0" lvl="0" indent="0" algn="l" rtl="0">
              <a:spcBef>
                <a:spcPts val="0"/>
              </a:spcBef>
              <a:spcAft>
                <a:spcPts val="0"/>
              </a:spcAft>
              <a:buNone/>
            </a:pPr>
            <a:r>
              <a:rPr lang="en-US" sz="1867" b="0" i="0" dirty="0">
                <a:solidFill>
                  <a:srgbClr val="4A4A49"/>
                </a:solidFill>
                <a:latin typeface="Arial"/>
                <a:ea typeface="Arial"/>
                <a:cs typeface="Arial"/>
                <a:sym typeface="Arial"/>
              </a:rPr>
              <a:t> </a:t>
            </a:r>
            <a:endParaRPr sz="1867" b="0" i="0" dirty="0">
              <a:solidFill>
                <a:srgbClr val="4A4A49"/>
              </a:solidFill>
              <a:latin typeface="Arial"/>
              <a:ea typeface="Arial"/>
              <a:cs typeface="Arial"/>
              <a:sym typeface="Arial"/>
            </a:endParaRPr>
          </a:p>
        </p:txBody>
      </p:sp>
      <p:pic>
        <p:nvPicPr>
          <p:cNvPr id="76" name="Google Shape;76;p22" descr="Screen Shot 2016-12-01 at 10.01.53.png"/>
          <p:cNvPicPr preferRelativeResize="0"/>
          <p:nvPr/>
        </p:nvPicPr>
        <p:blipFill rotWithShape="1">
          <a:blip r:embed="rId2">
            <a:alphaModFix/>
          </a:blip>
          <a:srcRect/>
          <a:stretch/>
        </p:blipFill>
        <p:spPr>
          <a:xfrm>
            <a:off x="12959642" y="2399599"/>
            <a:ext cx="1236133" cy="914400"/>
          </a:xfrm>
          <a:prstGeom prst="rect">
            <a:avLst/>
          </a:prstGeom>
          <a:noFill/>
          <a:ln>
            <a:noFill/>
          </a:ln>
        </p:spPr>
      </p:pic>
      <p:pic>
        <p:nvPicPr>
          <p:cNvPr id="77" name="Google Shape;77;p22" descr="Screen Shot 2016-12-01 at 10.07.27.png"/>
          <p:cNvPicPr preferRelativeResize="0"/>
          <p:nvPr/>
        </p:nvPicPr>
        <p:blipFill rotWithShape="1">
          <a:blip r:embed="rId3">
            <a:alphaModFix/>
          </a:blip>
          <a:srcRect/>
          <a:stretch/>
        </p:blipFill>
        <p:spPr>
          <a:xfrm>
            <a:off x="12959642" y="5530629"/>
            <a:ext cx="1236133" cy="109595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Layout 3 Dark Blue">
  <p:cSld name="Layout 3 Dark Blue">
    <p:spTree>
      <p:nvGrpSpPr>
        <p:cNvPr id="1" name="Shape 78"/>
        <p:cNvGrpSpPr/>
        <p:nvPr/>
      </p:nvGrpSpPr>
      <p:grpSpPr>
        <a:xfrm>
          <a:off x="0" y="0"/>
          <a:ext cx="0" cy="0"/>
          <a:chOff x="0" y="0"/>
          <a:chExt cx="0" cy="0"/>
        </a:xfrm>
      </p:grpSpPr>
      <p:cxnSp>
        <p:nvCxnSpPr>
          <p:cNvPr id="80" name="Google Shape;80;p23"/>
          <p:cNvCxnSpPr/>
          <p:nvPr/>
        </p:nvCxnSpPr>
        <p:spPr>
          <a:xfrm>
            <a:off x="592668" y="578551"/>
            <a:ext cx="11077217" cy="0"/>
          </a:xfrm>
          <a:prstGeom prst="straightConnector1">
            <a:avLst/>
          </a:prstGeom>
          <a:noFill/>
          <a:ln w="9525" cap="flat" cmpd="sng">
            <a:solidFill>
              <a:srgbClr val="A5A5A5"/>
            </a:solidFill>
            <a:prstDash val="solid"/>
            <a:round/>
            <a:headEnd type="none" w="sm" len="sm"/>
            <a:tailEnd type="none" w="sm" len="sm"/>
          </a:ln>
        </p:spPr>
      </p:cxnSp>
      <p:sp>
        <p:nvSpPr>
          <p:cNvPr id="81" name="Google Shape;81;p23"/>
          <p:cNvSpPr txBox="1">
            <a:spLocks noGrp="1"/>
          </p:cNvSpPr>
          <p:nvPr>
            <p:ph type="body" idx="1"/>
          </p:nvPr>
        </p:nvSpPr>
        <p:spPr>
          <a:xfrm>
            <a:off x="592667" y="0"/>
            <a:ext cx="8481484" cy="577851"/>
          </a:xfrm>
          <a:prstGeom prst="rect">
            <a:avLst/>
          </a:prstGeom>
          <a:noFill/>
          <a:ln>
            <a:noFill/>
          </a:ln>
        </p:spPr>
        <p:txBody>
          <a:bodyPr spcFirstLastPara="1" wrap="square" lIns="0" tIns="0" rIns="0" bIns="0" anchor="ctr" anchorCtr="0">
            <a:normAutofit/>
          </a:bodyPr>
          <a:lstStyle>
            <a:lvl1pPr marL="457200" lvl="0" indent="-228600" algn="l">
              <a:spcBef>
                <a:spcPts val="0"/>
              </a:spcBef>
              <a:spcAft>
                <a:spcPts val="0"/>
              </a:spcAft>
              <a:buClr>
                <a:srgbClr val="4A4A49"/>
              </a:buClr>
              <a:buSzPts val="1333"/>
              <a:buNone/>
              <a:defRPr sz="1333">
                <a:solidFill>
                  <a:srgbClr val="4A4A49"/>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2" name="Google Shape;82;p23"/>
          <p:cNvSpPr txBox="1">
            <a:spLocks noGrp="1"/>
          </p:cNvSpPr>
          <p:nvPr>
            <p:ph type="body" idx="2"/>
          </p:nvPr>
        </p:nvSpPr>
        <p:spPr>
          <a:xfrm>
            <a:off x="592667" y="577851"/>
            <a:ext cx="11076517" cy="805039"/>
          </a:xfrm>
          <a:prstGeom prst="rect">
            <a:avLst/>
          </a:prstGeom>
          <a:noFill/>
          <a:ln>
            <a:noFill/>
          </a:ln>
        </p:spPr>
        <p:txBody>
          <a:bodyPr spcFirstLastPara="1" wrap="square" lIns="0" tIns="0" rIns="0" bIns="0" anchor="ctr" anchorCtr="0">
            <a:normAutofit/>
          </a:bodyPr>
          <a:lstStyle>
            <a:lvl1pPr marL="457200" lvl="0" indent="-228600" algn="l">
              <a:spcBef>
                <a:spcPts val="0"/>
              </a:spcBef>
              <a:spcAft>
                <a:spcPts val="0"/>
              </a:spcAft>
              <a:buClr>
                <a:srgbClr val="131ED3"/>
              </a:buClr>
              <a:buSzPts val="4000"/>
              <a:buNone/>
              <a:defRPr sz="4000" b="1">
                <a:solidFill>
                  <a:srgbClr val="131ED3"/>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3" name="Google Shape;83;p23"/>
          <p:cNvSpPr txBox="1">
            <a:spLocks noGrp="1"/>
          </p:cNvSpPr>
          <p:nvPr>
            <p:ph type="body" idx="3"/>
          </p:nvPr>
        </p:nvSpPr>
        <p:spPr>
          <a:xfrm>
            <a:off x="592667" y="1792818"/>
            <a:ext cx="4896556" cy="3781073"/>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Clr>
                <a:srgbClr val="4A4A49"/>
              </a:buClr>
              <a:buSzPts val="2400"/>
              <a:buNone/>
              <a:defRPr sz="2400">
                <a:solidFill>
                  <a:srgbClr val="4A4A49"/>
                </a:solidFill>
                <a:latin typeface="Arial"/>
                <a:ea typeface="Arial"/>
                <a:cs typeface="Arial"/>
                <a:sym typeface="Arial"/>
              </a:defRPr>
            </a:lvl1pPr>
            <a:lvl2pPr marL="914400" lvl="1" indent="-381000" algn="l">
              <a:spcBef>
                <a:spcPts val="1333"/>
              </a:spcBef>
              <a:spcAft>
                <a:spcPts val="0"/>
              </a:spcAft>
              <a:buClr>
                <a:schemeClr val="accent1"/>
              </a:buClr>
              <a:buSzPts val="2400"/>
              <a:buFont typeface="Arial"/>
              <a:buChar char="•"/>
              <a:defRPr sz="2400">
                <a:solidFill>
                  <a:srgbClr val="4A4A49"/>
                </a:solidFill>
                <a:latin typeface="Arial"/>
                <a:ea typeface="Arial"/>
                <a:cs typeface="Arial"/>
                <a:sym typeface="Arial"/>
              </a:defRPr>
            </a:lvl2pPr>
            <a:lvl3pPr marL="1371600" lvl="2" indent="-381000" algn="l">
              <a:spcBef>
                <a:spcPts val="1333"/>
              </a:spcBef>
              <a:spcAft>
                <a:spcPts val="0"/>
              </a:spcAft>
              <a:buClr>
                <a:schemeClr val="accent1"/>
              </a:buClr>
              <a:buSzPts val="2400"/>
              <a:buChar char="•"/>
              <a:defRPr sz="2400">
                <a:solidFill>
                  <a:srgbClr val="4A4A49"/>
                </a:solidFill>
                <a:latin typeface="Arial"/>
                <a:ea typeface="Arial"/>
                <a:cs typeface="Arial"/>
                <a:sym typeface="Arial"/>
              </a:defRPr>
            </a:lvl3pPr>
            <a:lvl4pPr marL="1828800" lvl="3" indent="-381000" algn="l">
              <a:spcBef>
                <a:spcPts val="1333"/>
              </a:spcBef>
              <a:spcAft>
                <a:spcPts val="0"/>
              </a:spcAft>
              <a:buClr>
                <a:srgbClr val="4A4A49"/>
              </a:buClr>
              <a:buSzPts val="2400"/>
              <a:buChar char="–"/>
              <a:defRPr sz="2400">
                <a:solidFill>
                  <a:srgbClr val="4A4A49"/>
                </a:solidFill>
              </a:defRPr>
            </a:lvl4pPr>
            <a:lvl5pPr marL="2286000" lvl="4" indent="-381000" algn="l">
              <a:spcBef>
                <a:spcPts val="480"/>
              </a:spcBef>
              <a:spcAft>
                <a:spcPts val="0"/>
              </a:spcAft>
              <a:buClr>
                <a:srgbClr val="4A4A49"/>
              </a:buClr>
              <a:buSzPts val="2400"/>
              <a:buChar char="»"/>
              <a:defRPr sz="2400">
                <a:solidFill>
                  <a:srgbClr val="4A4A49"/>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4" name="Google Shape;84;p23"/>
          <p:cNvSpPr txBox="1">
            <a:spLocks noGrp="1"/>
          </p:cNvSpPr>
          <p:nvPr>
            <p:ph type="body" idx="4"/>
          </p:nvPr>
        </p:nvSpPr>
        <p:spPr>
          <a:xfrm>
            <a:off x="5898445" y="1792819"/>
            <a:ext cx="4860575" cy="3781072"/>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Clr>
                <a:srgbClr val="4A4A49"/>
              </a:buClr>
              <a:buSzPts val="2400"/>
              <a:buNone/>
              <a:defRPr sz="2400">
                <a:solidFill>
                  <a:srgbClr val="4A4A49"/>
                </a:solidFill>
                <a:latin typeface="Arial"/>
                <a:ea typeface="Arial"/>
                <a:cs typeface="Arial"/>
                <a:sym typeface="Arial"/>
              </a:defRPr>
            </a:lvl1pPr>
            <a:lvl2pPr marL="914400" lvl="1" indent="-381000" algn="l">
              <a:spcBef>
                <a:spcPts val="1333"/>
              </a:spcBef>
              <a:spcAft>
                <a:spcPts val="0"/>
              </a:spcAft>
              <a:buClr>
                <a:schemeClr val="accent1"/>
              </a:buClr>
              <a:buSzPts val="2400"/>
              <a:buFont typeface="Arial"/>
              <a:buChar char="•"/>
              <a:defRPr sz="2400">
                <a:solidFill>
                  <a:srgbClr val="4A4A49"/>
                </a:solidFill>
                <a:latin typeface="Arial"/>
                <a:ea typeface="Arial"/>
                <a:cs typeface="Arial"/>
                <a:sym typeface="Arial"/>
              </a:defRPr>
            </a:lvl2pPr>
            <a:lvl3pPr marL="1371600" lvl="2" indent="-381000" algn="l">
              <a:spcBef>
                <a:spcPts val="1333"/>
              </a:spcBef>
              <a:spcAft>
                <a:spcPts val="0"/>
              </a:spcAft>
              <a:buClr>
                <a:schemeClr val="accent1"/>
              </a:buClr>
              <a:buSzPts val="2400"/>
              <a:buChar char="•"/>
              <a:defRPr sz="2400">
                <a:solidFill>
                  <a:srgbClr val="4A4A49"/>
                </a:solidFill>
                <a:latin typeface="Arial"/>
                <a:ea typeface="Arial"/>
                <a:cs typeface="Arial"/>
                <a:sym typeface="Arial"/>
              </a:defRPr>
            </a:lvl3pPr>
            <a:lvl4pPr marL="1828800" lvl="3" indent="-381000" algn="l">
              <a:spcBef>
                <a:spcPts val="1333"/>
              </a:spcBef>
              <a:spcAft>
                <a:spcPts val="0"/>
              </a:spcAft>
              <a:buClr>
                <a:srgbClr val="4A4A49"/>
              </a:buClr>
              <a:buSzPts val="2400"/>
              <a:buChar char="–"/>
              <a:defRPr sz="2400">
                <a:solidFill>
                  <a:srgbClr val="4A4A49"/>
                </a:solidFill>
              </a:defRPr>
            </a:lvl4pPr>
            <a:lvl5pPr marL="2286000" lvl="4" indent="-381000" algn="l">
              <a:spcBef>
                <a:spcPts val="480"/>
              </a:spcBef>
              <a:spcAft>
                <a:spcPts val="0"/>
              </a:spcAft>
              <a:buClr>
                <a:srgbClr val="4A4A49"/>
              </a:buClr>
              <a:buSzPts val="2400"/>
              <a:buChar char="»"/>
              <a:defRPr sz="2400">
                <a:solidFill>
                  <a:srgbClr val="4A4A49"/>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5" name="Google Shape;85;p23"/>
          <p:cNvSpPr txBox="1"/>
          <p:nvPr/>
        </p:nvSpPr>
        <p:spPr>
          <a:xfrm>
            <a:off x="10896596" y="2370"/>
            <a:ext cx="773289" cy="576181"/>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US" sz="1333">
                <a:solidFill>
                  <a:schemeClr val="dk1"/>
                </a:solidFill>
                <a:latin typeface="Helvetica Neue"/>
                <a:ea typeface="Helvetica Neue"/>
                <a:cs typeface="Helvetica Neue"/>
                <a:sym typeface="Helvetica Neue"/>
              </a:rPr>
              <a:t>‹#›</a:t>
            </a:fld>
            <a:endParaRPr sz="1333">
              <a:solidFill>
                <a:schemeClr val="dk1"/>
              </a:solidFill>
              <a:latin typeface="Helvetica Neue"/>
              <a:ea typeface="Helvetica Neue"/>
              <a:cs typeface="Helvetica Neue"/>
              <a:sym typeface="Helvetica Neue"/>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Layout 4 Dark Blue">
  <p:cSld name="Layout 4 Dark Blue">
    <p:spTree>
      <p:nvGrpSpPr>
        <p:cNvPr id="1" name="Shape 86"/>
        <p:cNvGrpSpPr/>
        <p:nvPr/>
      </p:nvGrpSpPr>
      <p:grpSpPr>
        <a:xfrm>
          <a:off x="0" y="0"/>
          <a:ext cx="0" cy="0"/>
          <a:chOff x="0" y="0"/>
          <a:chExt cx="0" cy="0"/>
        </a:xfrm>
      </p:grpSpPr>
      <p:cxnSp>
        <p:nvCxnSpPr>
          <p:cNvPr id="88" name="Google Shape;88;p24"/>
          <p:cNvCxnSpPr/>
          <p:nvPr/>
        </p:nvCxnSpPr>
        <p:spPr>
          <a:xfrm>
            <a:off x="592668" y="578551"/>
            <a:ext cx="11077217" cy="0"/>
          </a:xfrm>
          <a:prstGeom prst="straightConnector1">
            <a:avLst/>
          </a:prstGeom>
          <a:noFill/>
          <a:ln w="9525" cap="flat" cmpd="sng">
            <a:solidFill>
              <a:srgbClr val="A5A5A5"/>
            </a:solidFill>
            <a:prstDash val="solid"/>
            <a:round/>
            <a:headEnd type="none" w="sm" len="sm"/>
            <a:tailEnd type="none" w="sm" len="sm"/>
          </a:ln>
        </p:spPr>
      </p:cxnSp>
      <p:sp>
        <p:nvSpPr>
          <p:cNvPr id="89" name="Google Shape;89;p24"/>
          <p:cNvSpPr txBox="1">
            <a:spLocks noGrp="1"/>
          </p:cNvSpPr>
          <p:nvPr>
            <p:ph type="body" idx="1"/>
          </p:nvPr>
        </p:nvSpPr>
        <p:spPr>
          <a:xfrm>
            <a:off x="592667" y="0"/>
            <a:ext cx="8481484" cy="577851"/>
          </a:xfrm>
          <a:prstGeom prst="rect">
            <a:avLst/>
          </a:prstGeom>
          <a:noFill/>
          <a:ln>
            <a:noFill/>
          </a:ln>
        </p:spPr>
        <p:txBody>
          <a:bodyPr spcFirstLastPara="1" wrap="square" lIns="0" tIns="0" rIns="0" bIns="0" anchor="ctr" anchorCtr="0">
            <a:normAutofit/>
          </a:bodyPr>
          <a:lstStyle>
            <a:lvl1pPr marL="457200" lvl="0" indent="-228600" algn="l">
              <a:spcBef>
                <a:spcPts val="0"/>
              </a:spcBef>
              <a:spcAft>
                <a:spcPts val="0"/>
              </a:spcAft>
              <a:buClr>
                <a:srgbClr val="4A4A49"/>
              </a:buClr>
              <a:buSzPts val="1333"/>
              <a:buNone/>
              <a:defRPr sz="1333">
                <a:solidFill>
                  <a:srgbClr val="4A4A49"/>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0" name="Google Shape;90;p24"/>
          <p:cNvSpPr txBox="1">
            <a:spLocks noGrp="1"/>
          </p:cNvSpPr>
          <p:nvPr>
            <p:ph type="body" idx="2"/>
          </p:nvPr>
        </p:nvSpPr>
        <p:spPr>
          <a:xfrm>
            <a:off x="592667" y="577851"/>
            <a:ext cx="11076517" cy="805039"/>
          </a:xfrm>
          <a:prstGeom prst="rect">
            <a:avLst/>
          </a:prstGeom>
          <a:noFill/>
          <a:ln>
            <a:noFill/>
          </a:ln>
        </p:spPr>
        <p:txBody>
          <a:bodyPr spcFirstLastPara="1" wrap="square" lIns="0" tIns="0" rIns="0" bIns="0" anchor="ctr" anchorCtr="0">
            <a:normAutofit/>
          </a:bodyPr>
          <a:lstStyle>
            <a:lvl1pPr marL="457200" lvl="0" indent="-228600" algn="l">
              <a:spcBef>
                <a:spcPts val="0"/>
              </a:spcBef>
              <a:spcAft>
                <a:spcPts val="0"/>
              </a:spcAft>
              <a:buClr>
                <a:srgbClr val="131ED3"/>
              </a:buClr>
              <a:buSzPts val="4000"/>
              <a:buNone/>
              <a:defRPr sz="4000" b="1">
                <a:solidFill>
                  <a:srgbClr val="131ED3"/>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1" name="Google Shape;91;p24"/>
          <p:cNvSpPr txBox="1">
            <a:spLocks noGrp="1"/>
          </p:cNvSpPr>
          <p:nvPr>
            <p:ph type="body" idx="3"/>
          </p:nvPr>
        </p:nvSpPr>
        <p:spPr>
          <a:xfrm>
            <a:off x="592667" y="1792818"/>
            <a:ext cx="3104444" cy="3781073"/>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Clr>
                <a:srgbClr val="4A4A49"/>
              </a:buClr>
              <a:buSzPts val="1867"/>
              <a:buNone/>
              <a:defRPr sz="1867">
                <a:solidFill>
                  <a:srgbClr val="4A4A49"/>
                </a:solidFill>
                <a:latin typeface="Arial"/>
                <a:ea typeface="Arial"/>
                <a:cs typeface="Arial"/>
                <a:sym typeface="Arial"/>
              </a:defRPr>
            </a:lvl1pPr>
            <a:lvl2pPr marL="914400" lvl="1" indent="-347154" algn="l">
              <a:spcBef>
                <a:spcPts val="1333"/>
              </a:spcBef>
              <a:spcAft>
                <a:spcPts val="0"/>
              </a:spcAft>
              <a:buClr>
                <a:schemeClr val="accent1"/>
              </a:buClr>
              <a:buSzPts val="1867"/>
              <a:buFont typeface="Arial"/>
              <a:buChar char="•"/>
              <a:defRPr sz="1867">
                <a:solidFill>
                  <a:srgbClr val="4A4A49"/>
                </a:solidFill>
                <a:latin typeface="Arial"/>
                <a:ea typeface="Arial"/>
                <a:cs typeface="Arial"/>
                <a:sym typeface="Arial"/>
              </a:defRPr>
            </a:lvl2pPr>
            <a:lvl3pPr marL="1371600" lvl="2" indent="-347154" algn="l">
              <a:spcBef>
                <a:spcPts val="1333"/>
              </a:spcBef>
              <a:spcAft>
                <a:spcPts val="0"/>
              </a:spcAft>
              <a:buClr>
                <a:schemeClr val="accent1"/>
              </a:buClr>
              <a:buSzPts val="1867"/>
              <a:buChar char="•"/>
              <a:defRPr sz="1867">
                <a:solidFill>
                  <a:srgbClr val="4A4A49"/>
                </a:solidFill>
                <a:latin typeface="Arial"/>
                <a:ea typeface="Arial"/>
                <a:cs typeface="Arial"/>
                <a:sym typeface="Arial"/>
              </a:defRPr>
            </a:lvl3pPr>
            <a:lvl4pPr marL="1828800" lvl="3" indent="-381000" algn="l">
              <a:spcBef>
                <a:spcPts val="1333"/>
              </a:spcBef>
              <a:spcAft>
                <a:spcPts val="0"/>
              </a:spcAft>
              <a:buClr>
                <a:srgbClr val="4A4A49"/>
              </a:buClr>
              <a:buSzPts val="2400"/>
              <a:buChar char="–"/>
              <a:defRPr sz="2400">
                <a:solidFill>
                  <a:srgbClr val="4A4A49"/>
                </a:solidFill>
              </a:defRPr>
            </a:lvl4pPr>
            <a:lvl5pPr marL="2286000" lvl="4" indent="-381000" algn="l">
              <a:spcBef>
                <a:spcPts val="480"/>
              </a:spcBef>
              <a:spcAft>
                <a:spcPts val="0"/>
              </a:spcAft>
              <a:buClr>
                <a:srgbClr val="4A4A49"/>
              </a:buClr>
              <a:buSzPts val="2400"/>
              <a:buChar char="»"/>
              <a:defRPr sz="2400">
                <a:solidFill>
                  <a:srgbClr val="4A4A49"/>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2" name="Google Shape;92;p24"/>
          <p:cNvSpPr txBox="1">
            <a:spLocks noGrp="1"/>
          </p:cNvSpPr>
          <p:nvPr>
            <p:ph type="body" idx="4"/>
          </p:nvPr>
        </p:nvSpPr>
        <p:spPr>
          <a:xfrm>
            <a:off x="7648223" y="1792819"/>
            <a:ext cx="3110796" cy="3781072"/>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Clr>
                <a:srgbClr val="4A4A49"/>
              </a:buClr>
              <a:buSzPts val="1867"/>
              <a:buNone/>
              <a:defRPr sz="1867">
                <a:solidFill>
                  <a:srgbClr val="4A4A49"/>
                </a:solidFill>
                <a:latin typeface="Arial"/>
                <a:ea typeface="Arial"/>
                <a:cs typeface="Arial"/>
                <a:sym typeface="Arial"/>
              </a:defRPr>
            </a:lvl1pPr>
            <a:lvl2pPr marL="914400" lvl="1" indent="-347154" algn="l">
              <a:spcBef>
                <a:spcPts val="1333"/>
              </a:spcBef>
              <a:spcAft>
                <a:spcPts val="0"/>
              </a:spcAft>
              <a:buClr>
                <a:schemeClr val="accent1"/>
              </a:buClr>
              <a:buSzPts val="1867"/>
              <a:buFont typeface="Arial"/>
              <a:buChar char="•"/>
              <a:defRPr sz="1867">
                <a:solidFill>
                  <a:srgbClr val="4A4A49"/>
                </a:solidFill>
                <a:latin typeface="Arial"/>
                <a:ea typeface="Arial"/>
                <a:cs typeface="Arial"/>
                <a:sym typeface="Arial"/>
              </a:defRPr>
            </a:lvl2pPr>
            <a:lvl3pPr marL="1371600" lvl="2" indent="-347154" algn="l">
              <a:spcBef>
                <a:spcPts val="1333"/>
              </a:spcBef>
              <a:spcAft>
                <a:spcPts val="0"/>
              </a:spcAft>
              <a:buClr>
                <a:schemeClr val="accent1"/>
              </a:buClr>
              <a:buSzPts val="1867"/>
              <a:buChar char="•"/>
              <a:defRPr sz="1867">
                <a:solidFill>
                  <a:srgbClr val="4A4A49"/>
                </a:solidFill>
                <a:latin typeface="Arial"/>
                <a:ea typeface="Arial"/>
                <a:cs typeface="Arial"/>
                <a:sym typeface="Arial"/>
              </a:defRPr>
            </a:lvl3pPr>
            <a:lvl4pPr marL="1828800" lvl="3" indent="-381000" algn="l">
              <a:spcBef>
                <a:spcPts val="1333"/>
              </a:spcBef>
              <a:spcAft>
                <a:spcPts val="0"/>
              </a:spcAft>
              <a:buClr>
                <a:srgbClr val="4A4A49"/>
              </a:buClr>
              <a:buSzPts val="2400"/>
              <a:buChar char="–"/>
              <a:defRPr sz="2400">
                <a:solidFill>
                  <a:srgbClr val="4A4A49"/>
                </a:solidFill>
              </a:defRPr>
            </a:lvl4pPr>
            <a:lvl5pPr marL="2286000" lvl="4" indent="-381000" algn="l">
              <a:spcBef>
                <a:spcPts val="480"/>
              </a:spcBef>
              <a:spcAft>
                <a:spcPts val="0"/>
              </a:spcAft>
              <a:buClr>
                <a:srgbClr val="4A4A49"/>
              </a:buClr>
              <a:buSzPts val="2400"/>
              <a:buChar char="»"/>
              <a:defRPr sz="2400">
                <a:solidFill>
                  <a:srgbClr val="4A4A49"/>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3" name="Google Shape;93;p24"/>
          <p:cNvSpPr txBox="1">
            <a:spLocks noGrp="1"/>
          </p:cNvSpPr>
          <p:nvPr>
            <p:ph type="body" idx="5"/>
          </p:nvPr>
        </p:nvSpPr>
        <p:spPr>
          <a:xfrm>
            <a:off x="4097867" y="1792820"/>
            <a:ext cx="3104444" cy="3781073"/>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Clr>
                <a:srgbClr val="4A4A49"/>
              </a:buClr>
              <a:buSzPts val="1867"/>
              <a:buNone/>
              <a:defRPr sz="1867">
                <a:solidFill>
                  <a:srgbClr val="4A4A49"/>
                </a:solidFill>
                <a:latin typeface="Arial"/>
                <a:ea typeface="Arial"/>
                <a:cs typeface="Arial"/>
                <a:sym typeface="Arial"/>
              </a:defRPr>
            </a:lvl1pPr>
            <a:lvl2pPr marL="914400" lvl="1" indent="-347154" algn="l">
              <a:spcBef>
                <a:spcPts val="1333"/>
              </a:spcBef>
              <a:spcAft>
                <a:spcPts val="0"/>
              </a:spcAft>
              <a:buClr>
                <a:schemeClr val="accent1"/>
              </a:buClr>
              <a:buSzPts val="1867"/>
              <a:buFont typeface="Arial"/>
              <a:buChar char="•"/>
              <a:defRPr sz="1867">
                <a:solidFill>
                  <a:srgbClr val="4A4A49"/>
                </a:solidFill>
                <a:latin typeface="Arial"/>
                <a:ea typeface="Arial"/>
                <a:cs typeface="Arial"/>
                <a:sym typeface="Arial"/>
              </a:defRPr>
            </a:lvl2pPr>
            <a:lvl3pPr marL="1371600" lvl="2" indent="-347154" algn="l">
              <a:spcBef>
                <a:spcPts val="1333"/>
              </a:spcBef>
              <a:spcAft>
                <a:spcPts val="0"/>
              </a:spcAft>
              <a:buClr>
                <a:schemeClr val="accent1"/>
              </a:buClr>
              <a:buSzPts val="1867"/>
              <a:buChar char="•"/>
              <a:defRPr sz="1867">
                <a:solidFill>
                  <a:srgbClr val="4A4A49"/>
                </a:solidFill>
                <a:latin typeface="Arial"/>
                <a:ea typeface="Arial"/>
                <a:cs typeface="Arial"/>
                <a:sym typeface="Arial"/>
              </a:defRPr>
            </a:lvl3pPr>
            <a:lvl4pPr marL="1828800" lvl="3" indent="-381000" algn="l">
              <a:spcBef>
                <a:spcPts val="1333"/>
              </a:spcBef>
              <a:spcAft>
                <a:spcPts val="0"/>
              </a:spcAft>
              <a:buClr>
                <a:srgbClr val="4A4A49"/>
              </a:buClr>
              <a:buSzPts val="2400"/>
              <a:buChar char="–"/>
              <a:defRPr sz="2400">
                <a:solidFill>
                  <a:srgbClr val="4A4A49"/>
                </a:solidFill>
              </a:defRPr>
            </a:lvl4pPr>
            <a:lvl5pPr marL="2286000" lvl="4" indent="-381000" algn="l">
              <a:spcBef>
                <a:spcPts val="480"/>
              </a:spcBef>
              <a:spcAft>
                <a:spcPts val="0"/>
              </a:spcAft>
              <a:buClr>
                <a:srgbClr val="4A4A49"/>
              </a:buClr>
              <a:buSzPts val="2400"/>
              <a:buChar char="»"/>
              <a:defRPr sz="2400">
                <a:solidFill>
                  <a:srgbClr val="4A4A49"/>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4" name="Google Shape;94;p24"/>
          <p:cNvSpPr txBox="1"/>
          <p:nvPr/>
        </p:nvSpPr>
        <p:spPr>
          <a:xfrm>
            <a:off x="10896596" y="2370"/>
            <a:ext cx="773289" cy="576181"/>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US" sz="1333">
                <a:solidFill>
                  <a:schemeClr val="dk1"/>
                </a:solidFill>
                <a:latin typeface="Helvetica Neue"/>
                <a:ea typeface="Helvetica Neue"/>
                <a:cs typeface="Helvetica Neue"/>
                <a:sym typeface="Helvetica Neue"/>
              </a:rPr>
              <a:t>‹#›</a:t>
            </a:fld>
            <a:endParaRPr sz="1333">
              <a:solidFill>
                <a:schemeClr val="dk1"/>
              </a:solidFill>
              <a:latin typeface="Helvetica Neue"/>
              <a:ea typeface="Helvetica Neue"/>
              <a:cs typeface="Helvetica Neue"/>
              <a:sym typeface="Helvetica Neue"/>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Layout 5 Dark Blue">
  <p:cSld name="Layout 5 Dark Blue">
    <p:spTree>
      <p:nvGrpSpPr>
        <p:cNvPr id="1" name="Shape 95"/>
        <p:cNvGrpSpPr/>
        <p:nvPr/>
      </p:nvGrpSpPr>
      <p:grpSpPr>
        <a:xfrm>
          <a:off x="0" y="0"/>
          <a:ext cx="0" cy="0"/>
          <a:chOff x="0" y="0"/>
          <a:chExt cx="0" cy="0"/>
        </a:xfrm>
      </p:grpSpPr>
      <p:cxnSp>
        <p:nvCxnSpPr>
          <p:cNvPr id="97" name="Google Shape;97;p25"/>
          <p:cNvCxnSpPr/>
          <p:nvPr/>
        </p:nvCxnSpPr>
        <p:spPr>
          <a:xfrm>
            <a:off x="592668" y="578551"/>
            <a:ext cx="11077217" cy="0"/>
          </a:xfrm>
          <a:prstGeom prst="straightConnector1">
            <a:avLst/>
          </a:prstGeom>
          <a:noFill/>
          <a:ln w="9525" cap="flat" cmpd="sng">
            <a:solidFill>
              <a:srgbClr val="A5A5A5"/>
            </a:solidFill>
            <a:prstDash val="solid"/>
            <a:round/>
            <a:headEnd type="none" w="sm" len="sm"/>
            <a:tailEnd type="none" w="sm" len="sm"/>
          </a:ln>
        </p:spPr>
      </p:cxnSp>
      <p:sp>
        <p:nvSpPr>
          <p:cNvPr id="98" name="Google Shape;98;p25"/>
          <p:cNvSpPr txBox="1">
            <a:spLocks noGrp="1"/>
          </p:cNvSpPr>
          <p:nvPr>
            <p:ph type="body" idx="1"/>
          </p:nvPr>
        </p:nvSpPr>
        <p:spPr>
          <a:xfrm>
            <a:off x="592667" y="0"/>
            <a:ext cx="8481484" cy="577851"/>
          </a:xfrm>
          <a:prstGeom prst="rect">
            <a:avLst/>
          </a:prstGeom>
          <a:noFill/>
          <a:ln>
            <a:noFill/>
          </a:ln>
        </p:spPr>
        <p:txBody>
          <a:bodyPr spcFirstLastPara="1" wrap="square" lIns="0" tIns="0" rIns="0" bIns="0" anchor="ctr" anchorCtr="0">
            <a:normAutofit/>
          </a:bodyPr>
          <a:lstStyle>
            <a:lvl1pPr marL="457200" lvl="0" indent="-228600" algn="l">
              <a:spcBef>
                <a:spcPts val="0"/>
              </a:spcBef>
              <a:spcAft>
                <a:spcPts val="0"/>
              </a:spcAft>
              <a:buClr>
                <a:srgbClr val="4A4A49"/>
              </a:buClr>
              <a:buSzPts val="1333"/>
              <a:buNone/>
              <a:defRPr sz="1333">
                <a:solidFill>
                  <a:srgbClr val="4A4A49"/>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9" name="Google Shape;99;p25"/>
          <p:cNvSpPr txBox="1">
            <a:spLocks noGrp="1"/>
          </p:cNvSpPr>
          <p:nvPr>
            <p:ph type="body" idx="2"/>
          </p:nvPr>
        </p:nvSpPr>
        <p:spPr>
          <a:xfrm>
            <a:off x="592667" y="577851"/>
            <a:ext cx="11076517" cy="805039"/>
          </a:xfrm>
          <a:prstGeom prst="rect">
            <a:avLst/>
          </a:prstGeom>
          <a:noFill/>
          <a:ln>
            <a:noFill/>
          </a:ln>
        </p:spPr>
        <p:txBody>
          <a:bodyPr spcFirstLastPara="1" wrap="square" lIns="0" tIns="0" rIns="0" bIns="0" anchor="ctr" anchorCtr="0">
            <a:normAutofit/>
          </a:bodyPr>
          <a:lstStyle>
            <a:lvl1pPr marL="457200" lvl="0" indent="-228600" algn="l">
              <a:spcBef>
                <a:spcPts val="0"/>
              </a:spcBef>
              <a:spcAft>
                <a:spcPts val="0"/>
              </a:spcAft>
              <a:buClr>
                <a:srgbClr val="131ED3"/>
              </a:buClr>
              <a:buSzPts val="4000"/>
              <a:buNone/>
              <a:defRPr sz="4000" b="1">
                <a:solidFill>
                  <a:srgbClr val="131ED3"/>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0" name="Google Shape;100;p25"/>
          <p:cNvSpPr txBox="1"/>
          <p:nvPr/>
        </p:nvSpPr>
        <p:spPr>
          <a:xfrm>
            <a:off x="10896596" y="2370"/>
            <a:ext cx="773289" cy="576181"/>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US" sz="1333">
                <a:solidFill>
                  <a:schemeClr val="dk1"/>
                </a:solidFill>
                <a:latin typeface="Helvetica Neue"/>
                <a:ea typeface="Helvetica Neue"/>
                <a:cs typeface="Helvetica Neue"/>
                <a:sym typeface="Helvetica Neue"/>
              </a:rPr>
              <a:t>‹#›</a:t>
            </a:fld>
            <a:endParaRPr sz="1333">
              <a:solidFill>
                <a:schemeClr val="dk1"/>
              </a:solidFill>
              <a:latin typeface="Helvetica Neue"/>
              <a:ea typeface="Helvetica Neue"/>
              <a:cs typeface="Helvetica Neue"/>
              <a:sym typeface="Helvetica Neue"/>
            </a:endParaRPr>
          </a:p>
        </p:txBody>
      </p:sp>
      <p:cxnSp>
        <p:nvCxnSpPr>
          <p:cNvPr id="102" name="Google Shape;102;p25"/>
          <p:cNvCxnSpPr/>
          <p:nvPr/>
        </p:nvCxnSpPr>
        <p:spPr>
          <a:xfrm>
            <a:off x="592668" y="578551"/>
            <a:ext cx="11077217" cy="0"/>
          </a:xfrm>
          <a:prstGeom prst="straightConnector1">
            <a:avLst/>
          </a:prstGeom>
          <a:noFill/>
          <a:ln w="9525" cap="flat" cmpd="sng">
            <a:solidFill>
              <a:srgbClr val="A5A5A5"/>
            </a:solidFill>
            <a:prstDash val="solid"/>
            <a:round/>
            <a:headEnd type="none" w="sm" len="sm"/>
            <a:tailEnd type="none" w="sm" len="sm"/>
          </a:ln>
        </p:spPr>
      </p:cxnSp>
      <p:sp>
        <p:nvSpPr>
          <p:cNvPr id="103" name="Google Shape;103;p25"/>
          <p:cNvSpPr txBox="1"/>
          <p:nvPr/>
        </p:nvSpPr>
        <p:spPr>
          <a:xfrm>
            <a:off x="10896596" y="2370"/>
            <a:ext cx="773289" cy="576181"/>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US" sz="1333">
                <a:solidFill>
                  <a:schemeClr val="dk1"/>
                </a:solidFill>
                <a:latin typeface="Helvetica Neue"/>
                <a:ea typeface="Helvetica Neue"/>
                <a:cs typeface="Helvetica Neue"/>
                <a:sym typeface="Helvetica Neue"/>
              </a:rPr>
              <a:t>‹#›</a:t>
            </a:fld>
            <a:endParaRPr sz="1333">
              <a:solidFill>
                <a:schemeClr val="dk1"/>
              </a:solidFill>
              <a:latin typeface="Helvetica Neue"/>
              <a:ea typeface="Helvetica Neue"/>
              <a:cs typeface="Helvetica Neue"/>
              <a:sym typeface="Helvetica Neue"/>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Layout 6 Dark Blue">
  <p:cSld name="Layout 6 Dark Blue">
    <p:spTree>
      <p:nvGrpSpPr>
        <p:cNvPr id="1" name="Shape 104"/>
        <p:cNvGrpSpPr/>
        <p:nvPr/>
      </p:nvGrpSpPr>
      <p:grpSpPr>
        <a:xfrm>
          <a:off x="0" y="0"/>
          <a:ext cx="0" cy="0"/>
          <a:chOff x="0" y="0"/>
          <a:chExt cx="0" cy="0"/>
        </a:xfrm>
      </p:grpSpPr>
      <p:cxnSp>
        <p:nvCxnSpPr>
          <p:cNvPr id="106" name="Google Shape;106;p26"/>
          <p:cNvCxnSpPr/>
          <p:nvPr/>
        </p:nvCxnSpPr>
        <p:spPr>
          <a:xfrm>
            <a:off x="592668" y="578551"/>
            <a:ext cx="11077217" cy="0"/>
          </a:xfrm>
          <a:prstGeom prst="straightConnector1">
            <a:avLst/>
          </a:prstGeom>
          <a:noFill/>
          <a:ln w="9525" cap="flat" cmpd="sng">
            <a:solidFill>
              <a:srgbClr val="A5A5A5"/>
            </a:solidFill>
            <a:prstDash val="solid"/>
            <a:round/>
            <a:headEnd type="none" w="sm" len="sm"/>
            <a:tailEnd type="none" w="sm" len="sm"/>
          </a:ln>
        </p:spPr>
      </p:cxnSp>
      <p:sp>
        <p:nvSpPr>
          <p:cNvPr id="107" name="Google Shape;107;p26"/>
          <p:cNvSpPr txBox="1">
            <a:spLocks noGrp="1"/>
          </p:cNvSpPr>
          <p:nvPr>
            <p:ph type="body" idx="1"/>
          </p:nvPr>
        </p:nvSpPr>
        <p:spPr>
          <a:xfrm>
            <a:off x="592667" y="0"/>
            <a:ext cx="8481484" cy="577851"/>
          </a:xfrm>
          <a:prstGeom prst="rect">
            <a:avLst/>
          </a:prstGeom>
          <a:noFill/>
          <a:ln>
            <a:noFill/>
          </a:ln>
        </p:spPr>
        <p:txBody>
          <a:bodyPr spcFirstLastPara="1" wrap="square" lIns="0" tIns="0" rIns="0" bIns="0" anchor="ctr" anchorCtr="0">
            <a:normAutofit/>
          </a:bodyPr>
          <a:lstStyle>
            <a:lvl1pPr marL="457200" lvl="0" indent="-228600" algn="l">
              <a:spcBef>
                <a:spcPts val="0"/>
              </a:spcBef>
              <a:spcAft>
                <a:spcPts val="0"/>
              </a:spcAft>
              <a:buClr>
                <a:srgbClr val="4A4A49"/>
              </a:buClr>
              <a:buSzPts val="1333"/>
              <a:buNone/>
              <a:defRPr sz="1333">
                <a:solidFill>
                  <a:srgbClr val="4A4A49"/>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8" name="Google Shape;108;p26"/>
          <p:cNvSpPr txBox="1">
            <a:spLocks noGrp="1"/>
          </p:cNvSpPr>
          <p:nvPr>
            <p:ph type="body" idx="2"/>
          </p:nvPr>
        </p:nvSpPr>
        <p:spPr>
          <a:xfrm>
            <a:off x="592667" y="577851"/>
            <a:ext cx="11076517" cy="805039"/>
          </a:xfrm>
          <a:prstGeom prst="rect">
            <a:avLst/>
          </a:prstGeom>
          <a:noFill/>
          <a:ln>
            <a:noFill/>
          </a:ln>
        </p:spPr>
        <p:txBody>
          <a:bodyPr spcFirstLastPara="1" wrap="square" lIns="0" tIns="0" rIns="0" bIns="0" anchor="ctr" anchorCtr="0">
            <a:normAutofit/>
          </a:bodyPr>
          <a:lstStyle>
            <a:lvl1pPr marL="457200" lvl="0" indent="-228600" algn="l">
              <a:spcBef>
                <a:spcPts val="0"/>
              </a:spcBef>
              <a:spcAft>
                <a:spcPts val="0"/>
              </a:spcAft>
              <a:buClr>
                <a:srgbClr val="131ED3"/>
              </a:buClr>
              <a:buSzPts val="4000"/>
              <a:buNone/>
              <a:defRPr sz="4000" b="1">
                <a:solidFill>
                  <a:srgbClr val="131ED3"/>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9" name="Google Shape;109;p26"/>
          <p:cNvSpPr txBox="1">
            <a:spLocks noGrp="1"/>
          </p:cNvSpPr>
          <p:nvPr>
            <p:ph type="body" idx="3"/>
          </p:nvPr>
        </p:nvSpPr>
        <p:spPr>
          <a:xfrm>
            <a:off x="1665110" y="1792818"/>
            <a:ext cx="9093908" cy="958849"/>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Clr>
                <a:schemeClr val="accent4"/>
              </a:buClr>
              <a:buSzPts val="2400"/>
              <a:buNone/>
              <a:defRPr sz="2400">
                <a:solidFill>
                  <a:schemeClr val="accent4"/>
                </a:solidFill>
                <a:latin typeface="Arial"/>
                <a:ea typeface="Arial"/>
                <a:cs typeface="Arial"/>
                <a:sym typeface="Arial"/>
              </a:defRPr>
            </a:lvl1pPr>
            <a:lvl2pPr marL="914400" lvl="1" indent="-381000" algn="l">
              <a:spcBef>
                <a:spcPts val="1333"/>
              </a:spcBef>
              <a:spcAft>
                <a:spcPts val="0"/>
              </a:spcAft>
              <a:buClr>
                <a:schemeClr val="accent1"/>
              </a:buClr>
              <a:buSzPts val="2400"/>
              <a:buFont typeface="Arial"/>
              <a:buChar char="•"/>
              <a:defRPr sz="2400">
                <a:solidFill>
                  <a:srgbClr val="4A4A49"/>
                </a:solidFill>
                <a:latin typeface="Arial"/>
                <a:ea typeface="Arial"/>
                <a:cs typeface="Arial"/>
                <a:sym typeface="Arial"/>
              </a:defRPr>
            </a:lvl2pPr>
            <a:lvl3pPr marL="1371600" lvl="2" indent="-381000" algn="l">
              <a:spcBef>
                <a:spcPts val="1333"/>
              </a:spcBef>
              <a:spcAft>
                <a:spcPts val="0"/>
              </a:spcAft>
              <a:buClr>
                <a:schemeClr val="accent1"/>
              </a:buClr>
              <a:buSzPts val="2400"/>
              <a:buChar char="•"/>
              <a:defRPr sz="2400">
                <a:solidFill>
                  <a:srgbClr val="4A4A49"/>
                </a:solidFill>
                <a:latin typeface="Arial"/>
                <a:ea typeface="Arial"/>
                <a:cs typeface="Arial"/>
                <a:sym typeface="Arial"/>
              </a:defRPr>
            </a:lvl3pPr>
            <a:lvl4pPr marL="1828800" lvl="3" indent="-381000" algn="l">
              <a:spcBef>
                <a:spcPts val="1333"/>
              </a:spcBef>
              <a:spcAft>
                <a:spcPts val="0"/>
              </a:spcAft>
              <a:buClr>
                <a:srgbClr val="4A4A49"/>
              </a:buClr>
              <a:buSzPts val="2400"/>
              <a:buChar char="–"/>
              <a:defRPr sz="2400">
                <a:solidFill>
                  <a:srgbClr val="4A4A49"/>
                </a:solidFill>
              </a:defRPr>
            </a:lvl4pPr>
            <a:lvl5pPr marL="2286000" lvl="4" indent="-381000" algn="l">
              <a:spcBef>
                <a:spcPts val="480"/>
              </a:spcBef>
              <a:spcAft>
                <a:spcPts val="0"/>
              </a:spcAft>
              <a:buClr>
                <a:srgbClr val="4A4A49"/>
              </a:buClr>
              <a:buSzPts val="2400"/>
              <a:buChar char="»"/>
              <a:defRPr sz="2400">
                <a:solidFill>
                  <a:srgbClr val="4A4A49"/>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10" name="Google Shape;110;p26"/>
          <p:cNvSpPr txBox="1"/>
          <p:nvPr/>
        </p:nvSpPr>
        <p:spPr>
          <a:xfrm>
            <a:off x="10896596" y="2370"/>
            <a:ext cx="773289" cy="576181"/>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US" sz="1333">
                <a:solidFill>
                  <a:schemeClr val="dk1"/>
                </a:solidFill>
                <a:latin typeface="Helvetica Neue"/>
                <a:ea typeface="Helvetica Neue"/>
                <a:cs typeface="Helvetica Neue"/>
                <a:sym typeface="Helvetica Neue"/>
              </a:rPr>
              <a:t>‹#›</a:t>
            </a:fld>
            <a:endParaRPr sz="1333">
              <a:solidFill>
                <a:schemeClr val="dk1"/>
              </a:solidFill>
              <a:latin typeface="Helvetica Neue"/>
              <a:ea typeface="Helvetica Neue"/>
              <a:cs typeface="Helvetica Neue"/>
              <a:sym typeface="Helvetica Neue"/>
            </a:endParaRPr>
          </a:p>
        </p:txBody>
      </p:sp>
      <p:sp>
        <p:nvSpPr>
          <p:cNvPr id="111" name="Google Shape;111;p26"/>
          <p:cNvSpPr/>
          <p:nvPr/>
        </p:nvSpPr>
        <p:spPr>
          <a:xfrm>
            <a:off x="592667" y="1792818"/>
            <a:ext cx="705556" cy="705556"/>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12" name="Google Shape;112;p26"/>
          <p:cNvSpPr txBox="1">
            <a:spLocks noGrp="1"/>
          </p:cNvSpPr>
          <p:nvPr>
            <p:ph type="body" idx="4"/>
          </p:nvPr>
        </p:nvSpPr>
        <p:spPr>
          <a:xfrm>
            <a:off x="1665110" y="2751668"/>
            <a:ext cx="9093908" cy="958849"/>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Clr>
                <a:srgbClr val="131ED3"/>
              </a:buClr>
              <a:buSzPts val="2400"/>
              <a:buNone/>
              <a:defRPr sz="2400">
                <a:solidFill>
                  <a:srgbClr val="131ED3"/>
                </a:solidFill>
                <a:latin typeface="Arial"/>
                <a:ea typeface="Arial"/>
                <a:cs typeface="Arial"/>
                <a:sym typeface="Arial"/>
              </a:defRPr>
            </a:lvl1pPr>
            <a:lvl2pPr marL="914400" lvl="1" indent="-381000" algn="l">
              <a:spcBef>
                <a:spcPts val="1333"/>
              </a:spcBef>
              <a:spcAft>
                <a:spcPts val="0"/>
              </a:spcAft>
              <a:buClr>
                <a:schemeClr val="accent1"/>
              </a:buClr>
              <a:buSzPts val="2400"/>
              <a:buFont typeface="Arial"/>
              <a:buChar char="•"/>
              <a:defRPr sz="2400">
                <a:solidFill>
                  <a:srgbClr val="4A4A49"/>
                </a:solidFill>
                <a:latin typeface="Arial"/>
                <a:ea typeface="Arial"/>
                <a:cs typeface="Arial"/>
                <a:sym typeface="Arial"/>
              </a:defRPr>
            </a:lvl2pPr>
            <a:lvl3pPr marL="1371600" lvl="2" indent="-381000" algn="l">
              <a:spcBef>
                <a:spcPts val="1333"/>
              </a:spcBef>
              <a:spcAft>
                <a:spcPts val="0"/>
              </a:spcAft>
              <a:buClr>
                <a:schemeClr val="accent1"/>
              </a:buClr>
              <a:buSzPts val="2400"/>
              <a:buChar char="•"/>
              <a:defRPr sz="2400">
                <a:solidFill>
                  <a:srgbClr val="4A4A49"/>
                </a:solidFill>
                <a:latin typeface="Arial"/>
                <a:ea typeface="Arial"/>
                <a:cs typeface="Arial"/>
                <a:sym typeface="Arial"/>
              </a:defRPr>
            </a:lvl3pPr>
            <a:lvl4pPr marL="1828800" lvl="3" indent="-381000" algn="l">
              <a:spcBef>
                <a:spcPts val="1333"/>
              </a:spcBef>
              <a:spcAft>
                <a:spcPts val="0"/>
              </a:spcAft>
              <a:buClr>
                <a:srgbClr val="4A4A49"/>
              </a:buClr>
              <a:buSzPts val="2400"/>
              <a:buChar char="–"/>
              <a:defRPr sz="2400">
                <a:solidFill>
                  <a:srgbClr val="4A4A49"/>
                </a:solidFill>
              </a:defRPr>
            </a:lvl4pPr>
            <a:lvl5pPr marL="2286000" lvl="4" indent="-381000" algn="l">
              <a:spcBef>
                <a:spcPts val="480"/>
              </a:spcBef>
              <a:spcAft>
                <a:spcPts val="0"/>
              </a:spcAft>
              <a:buClr>
                <a:srgbClr val="4A4A49"/>
              </a:buClr>
              <a:buSzPts val="2400"/>
              <a:buChar char="»"/>
              <a:defRPr sz="2400">
                <a:solidFill>
                  <a:srgbClr val="4A4A49"/>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13" name="Google Shape;113;p26"/>
          <p:cNvSpPr/>
          <p:nvPr/>
        </p:nvSpPr>
        <p:spPr>
          <a:xfrm>
            <a:off x="592667" y="2751667"/>
            <a:ext cx="705556" cy="705556"/>
          </a:xfrm>
          <a:prstGeom prst="rect">
            <a:avLst/>
          </a:prstGeom>
          <a:solidFill>
            <a:srgbClr val="131ED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14" name="Google Shape;114;p26"/>
          <p:cNvSpPr txBox="1">
            <a:spLocks noGrp="1"/>
          </p:cNvSpPr>
          <p:nvPr>
            <p:ph type="body" idx="5"/>
          </p:nvPr>
        </p:nvSpPr>
        <p:spPr>
          <a:xfrm>
            <a:off x="1665110" y="3710517"/>
            <a:ext cx="9093908" cy="958849"/>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Clr>
                <a:schemeClr val="accent3"/>
              </a:buClr>
              <a:buSzPts val="2400"/>
              <a:buNone/>
              <a:defRPr sz="2400">
                <a:solidFill>
                  <a:schemeClr val="accent3"/>
                </a:solidFill>
                <a:latin typeface="Arial"/>
                <a:ea typeface="Arial"/>
                <a:cs typeface="Arial"/>
                <a:sym typeface="Arial"/>
              </a:defRPr>
            </a:lvl1pPr>
            <a:lvl2pPr marL="914400" lvl="1" indent="-381000" algn="l">
              <a:spcBef>
                <a:spcPts val="1333"/>
              </a:spcBef>
              <a:spcAft>
                <a:spcPts val="0"/>
              </a:spcAft>
              <a:buClr>
                <a:schemeClr val="accent1"/>
              </a:buClr>
              <a:buSzPts val="2400"/>
              <a:buFont typeface="Arial"/>
              <a:buChar char="•"/>
              <a:defRPr sz="2400">
                <a:solidFill>
                  <a:srgbClr val="4A4A49"/>
                </a:solidFill>
                <a:latin typeface="Arial"/>
                <a:ea typeface="Arial"/>
                <a:cs typeface="Arial"/>
                <a:sym typeface="Arial"/>
              </a:defRPr>
            </a:lvl2pPr>
            <a:lvl3pPr marL="1371600" lvl="2" indent="-381000" algn="l">
              <a:spcBef>
                <a:spcPts val="1333"/>
              </a:spcBef>
              <a:spcAft>
                <a:spcPts val="0"/>
              </a:spcAft>
              <a:buClr>
                <a:schemeClr val="accent1"/>
              </a:buClr>
              <a:buSzPts val="2400"/>
              <a:buChar char="•"/>
              <a:defRPr sz="2400">
                <a:solidFill>
                  <a:srgbClr val="4A4A49"/>
                </a:solidFill>
                <a:latin typeface="Arial"/>
                <a:ea typeface="Arial"/>
                <a:cs typeface="Arial"/>
                <a:sym typeface="Arial"/>
              </a:defRPr>
            </a:lvl3pPr>
            <a:lvl4pPr marL="1828800" lvl="3" indent="-381000" algn="l">
              <a:spcBef>
                <a:spcPts val="1333"/>
              </a:spcBef>
              <a:spcAft>
                <a:spcPts val="0"/>
              </a:spcAft>
              <a:buClr>
                <a:srgbClr val="4A4A49"/>
              </a:buClr>
              <a:buSzPts val="2400"/>
              <a:buChar char="–"/>
              <a:defRPr sz="2400">
                <a:solidFill>
                  <a:srgbClr val="4A4A49"/>
                </a:solidFill>
              </a:defRPr>
            </a:lvl4pPr>
            <a:lvl5pPr marL="2286000" lvl="4" indent="-381000" algn="l">
              <a:spcBef>
                <a:spcPts val="480"/>
              </a:spcBef>
              <a:spcAft>
                <a:spcPts val="0"/>
              </a:spcAft>
              <a:buClr>
                <a:srgbClr val="4A4A49"/>
              </a:buClr>
              <a:buSzPts val="2400"/>
              <a:buChar char="»"/>
              <a:defRPr sz="2400">
                <a:solidFill>
                  <a:srgbClr val="4A4A49"/>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15" name="Google Shape;115;p26"/>
          <p:cNvSpPr/>
          <p:nvPr/>
        </p:nvSpPr>
        <p:spPr>
          <a:xfrm>
            <a:off x="592667" y="3710517"/>
            <a:ext cx="705556" cy="705556"/>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16" name="Google Shape;116;p26"/>
          <p:cNvSpPr txBox="1">
            <a:spLocks noGrp="1"/>
          </p:cNvSpPr>
          <p:nvPr>
            <p:ph type="body" idx="6"/>
          </p:nvPr>
        </p:nvSpPr>
        <p:spPr>
          <a:xfrm>
            <a:off x="1665110" y="4669366"/>
            <a:ext cx="9093908" cy="958849"/>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Clr>
                <a:schemeClr val="accent2"/>
              </a:buClr>
              <a:buSzPts val="2400"/>
              <a:buNone/>
              <a:defRPr sz="2400">
                <a:solidFill>
                  <a:schemeClr val="accent2"/>
                </a:solidFill>
                <a:latin typeface="Arial"/>
                <a:ea typeface="Arial"/>
                <a:cs typeface="Arial"/>
                <a:sym typeface="Arial"/>
              </a:defRPr>
            </a:lvl1pPr>
            <a:lvl2pPr marL="914400" lvl="1" indent="-381000" algn="l">
              <a:spcBef>
                <a:spcPts val="1333"/>
              </a:spcBef>
              <a:spcAft>
                <a:spcPts val="0"/>
              </a:spcAft>
              <a:buClr>
                <a:schemeClr val="accent1"/>
              </a:buClr>
              <a:buSzPts val="2400"/>
              <a:buFont typeface="Arial"/>
              <a:buChar char="•"/>
              <a:defRPr sz="2400">
                <a:solidFill>
                  <a:srgbClr val="4A4A49"/>
                </a:solidFill>
                <a:latin typeface="Arial"/>
                <a:ea typeface="Arial"/>
                <a:cs typeface="Arial"/>
                <a:sym typeface="Arial"/>
              </a:defRPr>
            </a:lvl2pPr>
            <a:lvl3pPr marL="1371600" lvl="2" indent="-381000" algn="l">
              <a:spcBef>
                <a:spcPts val="1333"/>
              </a:spcBef>
              <a:spcAft>
                <a:spcPts val="0"/>
              </a:spcAft>
              <a:buClr>
                <a:schemeClr val="accent1"/>
              </a:buClr>
              <a:buSzPts val="2400"/>
              <a:buChar char="•"/>
              <a:defRPr sz="2400">
                <a:solidFill>
                  <a:srgbClr val="4A4A49"/>
                </a:solidFill>
                <a:latin typeface="Arial"/>
                <a:ea typeface="Arial"/>
                <a:cs typeface="Arial"/>
                <a:sym typeface="Arial"/>
              </a:defRPr>
            </a:lvl3pPr>
            <a:lvl4pPr marL="1828800" lvl="3" indent="-381000" algn="l">
              <a:spcBef>
                <a:spcPts val="1333"/>
              </a:spcBef>
              <a:spcAft>
                <a:spcPts val="0"/>
              </a:spcAft>
              <a:buClr>
                <a:srgbClr val="4A4A49"/>
              </a:buClr>
              <a:buSzPts val="2400"/>
              <a:buChar char="–"/>
              <a:defRPr sz="2400">
                <a:solidFill>
                  <a:srgbClr val="4A4A49"/>
                </a:solidFill>
              </a:defRPr>
            </a:lvl4pPr>
            <a:lvl5pPr marL="2286000" lvl="4" indent="-381000" algn="l">
              <a:spcBef>
                <a:spcPts val="480"/>
              </a:spcBef>
              <a:spcAft>
                <a:spcPts val="0"/>
              </a:spcAft>
              <a:buClr>
                <a:srgbClr val="4A4A49"/>
              </a:buClr>
              <a:buSzPts val="2400"/>
              <a:buChar char="»"/>
              <a:defRPr sz="2400">
                <a:solidFill>
                  <a:srgbClr val="4A4A49"/>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17" name="Google Shape;117;p26"/>
          <p:cNvSpPr/>
          <p:nvPr/>
        </p:nvSpPr>
        <p:spPr>
          <a:xfrm>
            <a:off x="592667" y="4669366"/>
            <a:ext cx="705556" cy="70555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18" name="Google Shape;118;p26"/>
          <p:cNvSpPr txBox="1">
            <a:spLocks noGrp="1"/>
          </p:cNvSpPr>
          <p:nvPr>
            <p:ph type="body" idx="7"/>
          </p:nvPr>
        </p:nvSpPr>
        <p:spPr>
          <a:xfrm>
            <a:off x="592667" y="1961447"/>
            <a:ext cx="705556" cy="480484"/>
          </a:xfrm>
          <a:prstGeom prst="rect">
            <a:avLst/>
          </a:prstGeom>
          <a:noFill/>
          <a:ln>
            <a:noFill/>
          </a:ln>
        </p:spPr>
        <p:txBody>
          <a:bodyPr spcFirstLastPara="1" wrap="square" lIns="0" tIns="0" rIns="0" bIns="0" anchor="t" anchorCtr="0">
            <a:normAutofit/>
          </a:bodyPr>
          <a:lstStyle>
            <a:lvl1pPr marL="457200" lvl="0" indent="-228600" algn="ctr">
              <a:spcBef>
                <a:spcPts val="0"/>
              </a:spcBef>
              <a:spcAft>
                <a:spcPts val="0"/>
              </a:spcAft>
              <a:buClr>
                <a:schemeClr val="lt1"/>
              </a:buClr>
              <a:buSzPts val="2400"/>
              <a:buNone/>
              <a:defRPr sz="2400" b="1">
                <a:solidFill>
                  <a:schemeClr val="lt1"/>
                </a:solidFill>
                <a:latin typeface="Arial"/>
                <a:ea typeface="Arial"/>
                <a:cs typeface="Arial"/>
                <a:sym typeface="Arial"/>
              </a:defRPr>
            </a:lvl1pPr>
            <a:lvl2pPr marL="914400" lvl="1" indent="-381000" algn="l">
              <a:spcBef>
                <a:spcPts val="1333"/>
              </a:spcBef>
              <a:spcAft>
                <a:spcPts val="0"/>
              </a:spcAft>
              <a:buClr>
                <a:schemeClr val="accent1"/>
              </a:buClr>
              <a:buSzPts val="2400"/>
              <a:buFont typeface="Arial"/>
              <a:buChar char="•"/>
              <a:defRPr sz="2400">
                <a:solidFill>
                  <a:srgbClr val="4A4A49"/>
                </a:solidFill>
                <a:latin typeface="Arial"/>
                <a:ea typeface="Arial"/>
                <a:cs typeface="Arial"/>
                <a:sym typeface="Arial"/>
              </a:defRPr>
            </a:lvl2pPr>
            <a:lvl3pPr marL="1371600" lvl="2" indent="-381000" algn="l">
              <a:spcBef>
                <a:spcPts val="1333"/>
              </a:spcBef>
              <a:spcAft>
                <a:spcPts val="0"/>
              </a:spcAft>
              <a:buClr>
                <a:schemeClr val="accent1"/>
              </a:buClr>
              <a:buSzPts val="2400"/>
              <a:buChar char="•"/>
              <a:defRPr sz="2400">
                <a:solidFill>
                  <a:srgbClr val="4A4A49"/>
                </a:solidFill>
                <a:latin typeface="Arial"/>
                <a:ea typeface="Arial"/>
                <a:cs typeface="Arial"/>
                <a:sym typeface="Arial"/>
              </a:defRPr>
            </a:lvl3pPr>
            <a:lvl4pPr marL="1828800" lvl="3" indent="-381000" algn="l">
              <a:spcBef>
                <a:spcPts val="1333"/>
              </a:spcBef>
              <a:spcAft>
                <a:spcPts val="0"/>
              </a:spcAft>
              <a:buClr>
                <a:srgbClr val="4A4A49"/>
              </a:buClr>
              <a:buSzPts val="2400"/>
              <a:buChar char="–"/>
              <a:defRPr sz="2400">
                <a:solidFill>
                  <a:srgbClr val="4A4A49"/>
                </a:solidFill>
              </a:defRPr>
            </a:lvl4pPr>
            <a:lvl5pPr marL="2286000" lvl="4" indent="-381000" algn="l">
              <a:spcBef>
                <a:spcPts val="480"/>
              </a:spcBef>
              <a:spcAft>
                <a:spcPts val="0"/>
              </a:spcAft>
              <a:buClr>
                <a:srgbClr val="4A4A49"/>
              </a:buClr>
              <a:buSzPts val="2400"/>
              <a:buChar char="»"/>
              <a:defRPr sz="2400">
                <a:solidFill>
                  <a:srgbClr val="4A4A49"/>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19" name="Google Shape;119;p26"/>
          <p:cNvSpPr txBox="1">
            <a:spLocks noGrp="1"/>
          </p:cNvSpPr>
          <p:nvPr>
            <p:ph type="body" idx="8"/>
          </p:nvPr>
        </p:nvSpPr>
        <p:spPr>
          <a:xfrm>
            <a:off x="592667" y="2920297"/>
            <a:ext cx="705556" cy="480484"/>
          </a:xfrm>
          <a:prstGeom prst="rect">
            <a:avLst/>
          </a:prstGeom>
          <a:noFill/>
          <a:ln>
            <a:noFill/>
          </a:ln>
        </p:spPr>
        <p:txBody>
          <a:bodyPr spcFirstLastPara="1" wrap="square" lIns="0" tIns="0" rIns="0" bIns="0" anchor="t" anchorCtr="0">
            <a:normAutofit/>
          </a:bodyPr>
          <a:lstStyle>
            <a:lvl1pPr marL="457200" lvl="0" indent="-228600" algn="ctr">
              <a:spcBef>
                <a:spcPts val="0"/>
              </a:spcBef>
              <a:spcAft>
                <a:spcPts val="0"/>
              </a:spcAft>
              <a:buClr>
                <a:schemeClr val="lt1"/>
              </a:buClr>
              <a:buSzPts val="2400"/>
              <a:buNone/>
              <a:defRPr sz="2400" b="1">
                <a:solidFill>
                  <a:schemeClr val="lt1"/>
                </a:solidFill>
                <a:latin typeface="Arial"/>
                <a:ea typeface="Arial"/>
                <a:cs typeface="Arial"/>
                <a:sym typeface="Arial"/>
              </a:defRPr>
            </a:lvl1pPr>
            <a:lvl2pPr marL="914400" lvl="1" indent="-381000" algn="l">
              <a:spcBef>
                <a:spcPts val="1333"/>
              </a:spcBef>
              <a:spcAft>
                <a:spcPts val="0"/>
              </a:spcAft>
              <a:buClr>
                <a:schemeClr val="accent1"/>
              </a:buClr>
              <a:buSzPts val="2400"/>
              <a:buFont typeface="Arial"/>
              <a:buChar char="•"/>
              <a:defRPr sz="2400">
                <a:solidFill>
                  <a:srgbClr val="4A4A49"/>
                </a:solidFill>
                <a:latin typeface="Arial"/>
                <a:ea typeface="Arial"/>
                <a:cs typeface="Arial"/>
                <a:sym typeface="Arial"/>
              </a:defRPr>
            </a:lvl2pPr>
            <a:lvl3pPr marL="1371600" lvl="2" indent="-381000" algn="l">
              <a:spcBef>
                <a:spcPts val="1333"/>
              </a:spcBef>
              <a:spcAft>
                <a:spcPts val="0"/>
              </a:spcAft>
              <a:buClr>
                <a:schemeClr val="accent1"/>
              </a:buClr>
              <a:buSzPts val="2400"/>
              <a:buChar char="•"/>
              <a:defRPr sz="2400">
                <a:solidFill>
                  <a:srgbClr val="4A4A49"/>
                </a:solidFill>
                <a:latin typeface="Arial"/>
                <a:ea typeface="Arial"/>
                <a:cs typeface="Arial"/>
                <a:sym typeface="Arial"/>
              </a:defRPr>
            </a:lvl3pPr>
            <a:lvl4pPr marL="1828800" lvl="3" indent="-381000" algn="l">
              <a:spcBef>
                <a:spcPts val="1333"/>
              </a:spcBef>
              <a:spcAft>
                <a:spcPts val="0"/>
              </a:spcAft>
              <a:buClr>
                <a:srgbClr val="4A4A49"/>
              </a:buClr>
              <a:buSzPts val="2400"/>
              <a:buChar char="–"/>
              <a:defRPr sz="2400">
                <a:solidFill>
                  <a:srgbClr val="4A4A49"/>
                </a:solidFill>
              </a:defRPr>
            </a:lvl4pPr>
            <a:lvl5pPr marL="2286000" lvl="4" indent="-381000" algn="l">
              <a:spcBef>
                <a:spcPts val="480"/>
              </a:spcBef>
              <a:spcAft>
                <a:spcPts val="0"/>
              </a:spcAft>
              <a:buClr>
                <a:srgbClr val="4A4A49"/>
              </a:buClr>
              <a:buSzPts val="2400"/>
              <a:buChar char="»"/>
              <a:defRPr sz="2400">
                <a:solidFill>
                  <a:srgbClr val="4A4A49"/>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20" name="Google Shape;120;p26"/>
          <p:cNvSpPr txBox="1">
            <a:spLocks noGrp="1"/>
          </p:cNvSpPr>
          <p:nvPr>
            <p:ph type="body" idx="9"/>
          </p:nvPr>
        </p:nvSpPr>
        <p:spPr>
          <a:xfrm>
            <a:off x="592667" y="3871385"/>
            <a:ext cx="705556" cy="480484"/>
          </a:xfrm>
          <a:prstGeom prst="rect">
            <a:avLst/>
          </a:prstGeom>
          <a:noFill/>
          <a:ln>
            <a:noFill/>
          </a:ln>
        </p:spPr>
        <p:txBody>
          <a:bodyPr spcFirstLastPara="1" wrap="square" lIns="0" tIns="0" rIns="0" bIns="0" anchor="t" anchorCtr="0">
            <a:normAutofit/>
          </a:bodyPr>
          <a:lstStyle>
            <a:lvl1pPr marL="457200" lvl="0" indent="-228600" algn="ctr">
              <a:spcBef>
                <a:spcPts val="0"/>
              </a:spcBef>
              <a:spcAft>
                <a:spcPts val="0"/>
              </a:spcAft>
              <a:buClr>
                <a:schemeClr val="lt1"/>
              </a:buClr>
              <a:buSzPts val="2400"/>
              <a:buNone/>
              <a:defRPr sz="2400" b="1">
                <a:solidFill>
                  <a:schemeClr val="lt1"/>
                </a:solidFill>
                <a:latin typeface="Arial"/>
                <a:ea typeface="Arial"/>
                <a:cs typeface="Arial"/>
                <a:sym typeface="Arial"/>
              </a:defRPr>
            </a:lvl1pPr>
            <a:lvl2pPr marL="914400" lvl="1" indent="-381000" algn="l">
              <a:spcBef>
                <a:spcPts val="1333"/>
              </a:spcBef>
              <a:spcAft>
                <a:spcPts val="0"/>
              </a:spcAft>
              <a:buClr>
                <a:schemeClr val="accent1"/>
              </a:buClr>
              <a:buSzPts val="2400"/>
              <a:buFont typeface="Arial"/>
              <a:buChar char="•"/>
              <a:defRPr sz="2400">
                <a:solidFill>
                  <a:srgbClr val="4A4A49"/>
                </a:solidFill>
                <a:latin typeface="Arial"/>
                <a:ea typeface="Arial"/>
                <a:cs typeface="Arial"/>
                <a:sym typeface="Arial"/>
              </a:defRPr>
            </a:lvl2pPr>
            <a:lvl3pPr marL="1371600" lvl="2" indent="-381000" algn="l">
              <a:spcBef>
                <a:spcPts val="1333"/>
              </a:spcBef>
              <a:spcAft>
                <a:spcPts val="0"/>
              </a:spcAft>
              <a:buClr>
                <a:schemeClr val="accent1"/>
              </a:buClr>
              <a:buSzPts val="2400"/>
              <a:buChar char="•"/>
              <a:defRPr sz="2400">
                <a:solidFill>
                  <a:srgbClr val="4A4A49"/>
                </a:solidFill>
                <a:latin typeface="Arial"/>
                <a:ea typeface="Arial"/>
                <a:cs typeface="Arial"/>
                <a:sym typeface="Arial"/>
              </a:defRPr>
            </a:lvl3pPr>
            <a:lvl4pPr marL="1828800" lvl="3" indent="-381000" algn="l">
              <a:spcBef>
                <a:spcPts val="1333"/>
              </a:spcBef>
              <a:spcAft>
                <a:spcPts val="0"/>
              </a:spcAft>
              <a:buClr>
                <a:srgbClr val="4A4A49"/>
              </a:buClr>
              <a:buSzPts val="2400"/>
              <a:buChar char="–"/>
              <a:defRPr sz="2400">
                <a:solidFill>
                  <a:srgbClr val="4A4A49"/>
                </a:solidFill>
              </a:defRPr>
            </a:lvl4pPr>
            <a:lvl5pPr marL="2286000" lvl="4" indent="-381000" algn="l">
              <a:spcBef>
                <a:spcPts val="480"/>
              </a:spcBef>
              <a:spcAft>
                <a:spcPts val="0"/>
              </a:spcAft>
              <a:buClr>
                <a:srgbClr val="4A4A49"/>
              </a:buClr>
              <a:buSzPts val="2400"/>
              <a:buChar char="»"/>
              <a:defRPr sz="2400">
                <a:solidFill>
                  <a:srgbClr val="4A4A49"/>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21" name="Google Shape;121;p26"/>
          <p:cNvSpPr txBox="1">
            <a:spLocks noGrp="1"/>
          </p:cNvSpPr>
          <p:nvPr>
            <p:ph type="body" idx="13"/>
          </p:nvPr>
        </p:nvSpPr>
        <p:spPr>
          <a:xfrm>
            <a:off x="592667" y="4834469"/>
            <a:ext cx="705556" cy="480484"/>
          </a:xfrm>
          <a:prstGeom prst="rect">
            <a:avLst/>
          </a:prstGeom>
          <a:noFill/>
          <a:ln>
            <a:noFill/>
          </a:ln>
        </p:spPr>
        <p:txBody>
          <a:bodyPr spcFirstLastPara="1" wrap="square" lIns="0" tIns="0" rIns="0" bIns="0" anchor="t" anchorCtr="0">
            <a:normAutofit/>
          </a:bodyPr>
          <a:lstStyle>
            <a:lvl1pPr marL="457200" lvl="0" indent="-228600" algn="ctr">
              <a:spcBef>
                <a:spcPts val="0"/>
              </a:spcBef>
              <a:spcAft>
                <a:spcPts val="0"/>
              </a:spcAft>
              <a:buClr>
                <a:schemeClr val="lt1"/>
              </a:buClr>
              <a:buSzPts val="2400"/>
              <a:buNone/>
              <a:defRPr sz="2400" b="1">
                <a:solidFill>
                  <a:schemeClr val="lt1"/>
                </a:solidFill>
                <a:latin typeface="Arial"/>
                <a:ea typeface="Arial"/>
                <a:cs typeface="Arial"/>
                <a:sym typeface="Arial"/>
              </a:defRPr>
            </a:lvl1pPr>
            <a:lvl2pPr marL="914400" lvl="1" indent="-381000" algn="l">
              <a:spcBef>
                <a:spcPts val="1333"/>
              </a:spcBef>
              <a:spcAft>
                <a:spcPts val="0"/>
              </a:spcAft>
              <a:buClr>
                <a:schemeClr val="accent1"/>
              </a:buClr>
              <a:buSzPts val="2400"/>
              <a:buFont typeface="Arial"/>
              <a:buChar char="•"/>
              <a:defRPr sz="2400">
                <a:solidFill>
                  <a:srgbClr val="4A4A49"/>
                </a:solidFill>
                <a:latin typeface="Arial"/>
                <a:ea typeface="Arial"/>
                <a:cs typeface="Arial"/>
                <a:sym typeface="Arial"/>
              </a:defRPr>
            </a:lvl2pPr>
            <a:lvl3pPr marL="1371600" lvl="2" indent="-381000" algn="l">
              <a:spcBef>
                <a:spcPts val="1333"/>
              </a:spcBef>
              <a:spcAft>
                <a:spcPts val="0"/>
              </a:spcAft>
              <a:buClr>
                <a:schemeClr val="accent1"/>
              </a:buClr>
              <a:buSzPts val="2400"/>
              <a:buChar char="•"/>
              <a:defRPr sz="2400">
                <a:solidFill>
                  <a:srgbClr val="4A4A49"/>
                </a:solidFill>
                <a:latin typeface="Arial"/>
                <a:ea typeface="Arial"/>
                <a:cs typeface="Arial"/>
                <a:sym typeface="Arial"/>
              </a:defRPr>
            </a:lvl3pPr>
            <a:lvl4pPr marL="1828800" lvl="3" indent="-381000" algn="l">
              <a:spcBef>
                <a:spcPts val="1333"/>
              </a:spcBef>
              <a:spcAft>
                <a:spcPts val="0"/>
              </a:spcAft>
              <a:buClr>
                <a:srgbClr val="4A4A49"/>
              </a:buClr>
              <a:buSzPts val="2400"/>
              <a:buChar char="–"/>
              <a:defRPr sz="2400">
                <a:solidFill>
                  <a:srgbClr val="4A4A49"/>
                </a:solidFill>
              </a:defRPr>
            </a:lvl4pPr>
            <a:lvl5pPr marL="2286000" lvl="4" indent="-381000" algn="l">
              <a:spcBef>
                <a:spcPts val="480"/>
              </a:spcBef>
              <a:spcAft>
                <a:spcPts val="0"/>
              </a:spcAft>
              <a:buClr>
                <a:srgbClr val="4A4A49"/>
              </a:buClr>
              <a:buSzPts val="2400"/>
              <a:buChar char="»"/>
              <a:defRPr sz="2400">
                <a:solidFill>
                  <a:srgbClr val="4A4A49"/>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Layout 7 Dark Blue">
  <p:cSld name="Layout 7 Dark Blue">
    <p:spTree>
      <p:nvGrpSpPr>
        <p:cNvPr id="1" name="Shape 122"/>
        <p:cNvGrpSpPr/>
        <p:nvPr/>
      </p:nvGrpSpPr>
      <p:grpSpPr>
        <a:xfrm>
          <a:off x="0" y="0"/>
          <a:ext cx="0" cy="0"/>
          <a:chOff x="0" y="0"/>
          <a:chExt cx="0" cy="0"/>
        </a:xfrm>
      </p:grpSpPr>
      <p:cxnSp>
        <p:nvCxnSpPr>
          <p:cNvPr id="124" name="Google Shape;124;p27"/>
          <p:cNvCxnSpPr/>
          <p:nvPr/>
        </p:nvCxnSpPr>
        <p:spPr>
          <a:xfrm>
            <a:off x="592668" y="578551"/>
            <a:ext cx="11077217" cy="0"/>
          </a:xfrm>
          <a:prstGeom prst="straightConnector1">
            <a:avLst/>
          </a:prstGeom>
          <a:noFill/>
          <a:ln w="9525" cap="flat" cmpd="sng">
            <a:solidFill>
              <a:srgbClr val="A5A5A5"/>
            </a:solidFill>
            <a:prstDash val="solid"/>
            <a:round/>
            <a:headEnd type="none" w="sm" len="sm"/>
            <a:tailEnd type="none" w="sm" len="sm"/>
          </a:ln>
        </p:spPr>
      </p:cxnSp>
      <p:sp>
        <p:nvSpPr>
          <p:cNvPr id="125" name="Google Shape;125;p27"/>
          <p:cNvSpPr txBox="1">
            <a:spLocks noGrp="1"/>
          </p:cNvSpPr>
          <p:nvPr>
            <p:ph type="body" idx="1"/>
          </p:nvPr>
        </p:nvSpPr>
        <p:spPr>
          <a:xfrm>
            <a:off x="592667" y="0"/>
            <a:ext cx="8481484" cy="577851"/>
          </a:xfrm>
          <a:prstGeom prst="rect">
            <a:avLst/>
          </a:prstGeom>
          <a:noFill/>
          <a:ln>
            <a:noFill/>
          </a:ln>
        </p:spPr>
        <p:txBody>
          <a:bodyPr spcFirstLastPara="1" wrap="square" lIns="0" tIns="0" rIns="0" bIns="0" anchor="ctr" anchorCtr="0">
            <a:normAutofit/>
          </a:bodyPr>
          <a:lstStyle>
            <a:lvl1pPr marL="457200" lvl="0" indent="-228600" algn="l">
              <a:spcBef>
                <a:spcPts val="0"/>
              </a:spcBef>
              <a:spcAft>
                <a:spcPts val="0"/>
              </a:spcAft>
              <a:buClr>
                <a:srgbClr val="4A4A49"/>
              </a:buClr>
              <a:buSzPts val="1333"/>
              <a:buNone/>
              <a:defRPr sz="1333">
                <a:solidFill>
                  <a:srgbClr val="4A4A49"/>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26" name="Google Shape;126;p27"/>
          <p:cNvSpPr txBox="1">
            <a:spLocks noGrp="1"/>
          </p:cNvSpPr>
          <p:nvPr>
            <p:ph type="body" idx="2"/>
          </p:nvPr>
        </p:nvSpPr>
        <p:spPr>
          <a:xfrm>
            <a:off x="592667" y="577851"/>
            <a:ext cx="11076517" cy="805039"/>
          </a:xfrm>
          <a:prstGeom prst="rect">
            <a:avLst/>
          </a:prstGeom>
          <a:noFill/>
          <a:ln>
            <a:noFill/>
          </a:ln>
        </p:spPr>
        <p:txBody>
          <a:bodyPr spcFirstLastPara="1" wrap="square" lIns="0" tIns="0" rIns="0" bIns="0" anchor="ctr" anchorCtr="0">
            <a:normAutofit/>
          </a:bodyPr>
          <a:lstStyle>
            <a:lvl1pPr marL="457200" lvl="0" indent="-228600" algn="l">
              <a:spcBef>
                <a:spcPts val="0"/>
              </a:spcBef>
              <a:spcAft>
                <a:spcPts val="0"/>
              </a:spcAft>
              <a:buClr>
                <a:srgbClr val="131ED3"/>
              </a:buClr>
              <a:buSzPts val="4000"/>
              <a:buNone/>
              <a:defRPr sz="4000" b="1">
                <a:solidFill>
                  <a:srgbClr val="131ED3"/>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27" name="Google Shape;127;p27"/>
          <p:cNvSpPr txBox="1"/>
          <p:nvPr/>
        </p:nvSpPr>
        <p:spPr>
          <a:xfrm>
            <a:off x="10896596" y="2370"/>
            <a:ext cx="773289" cy="576181"/>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US" sz="1333">
                <a:solidFill>
                  <a:schemeClr val="dk1"/>
                </a:solidFill>
                <a:latin typeface="Helvetica Neue"/>
                <a:ea typeface="Helvetica Neue"/>
                <a:cs typeface="Helvetica Neue"/>
                <a:sym typeface="Helvetica Neue"/>
              </a:rPr>
              <a:t>‹#›</a:t>
            </a:fld>
            <a:endParaRPr sz="1333">
              <a:solidFill>
                <a:schemeClr val="dk1"/>
              </a:solidFill>
              <a:latin typeface="Helvetica Neue"/>
              <a:ea typeface="Helvetica Neue"/>
              <a:cs typeface="Helvetica Neue"/>
              <a:sym typeface="Helvetica Neue"/>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Layout 7 Dark Blue">
  <p:cSld name="1_Layout 7 Dark Blue">
    <p:spTree>
      <p:nvGrpSpPr>
        <p:cNvPr id="1" name="Shape 128"/>
        <p:cNvGrpSpPr/>
        <p:nvPr/>
      </p:nvGrpSpPr>
      <p:grpSpPr>
        <a:xfrm>
          <a:off x="0" y="0"/>
          <a:ext cx="0" cy="0"/>
          <a:chOff x="0" y="0"/>
          <a:chExt cx="0" cy="0"/>
        </a:xfrm>
      </p:grpSpPr>
      <p:cxnSp>
        <p:nvCxnSpPr>
          <p:cNvPr id="130" name="Google Shape;130;p28"/>
          <p:cNvCxnSpPr/>
          <p:nvPr/>
        </p:nvCxnSpPr>
        <p:spPr>
          <a:xfrm>
            <a:off x="592668" y="578551"/>
            <a:ext cx="11077217" cy="0"/>
          </a:xfrm>
          <a:prstGeom prst="straightConnector1">
            <a:avLst/>
          </a:prstGeom>
          <a:noFill/>
          <a:ln w="9525" cap="flat" cmpd="sng">
            <a:solidFill>
              <a:srgbClr val="A5A5A5"/>
            </a:solidFill>
            <a:prstDash val="solid"/>
            <a:round/>
            <a:headEnd type="none" w="sm" len="sm"/>
            <a:tailEnd type="none" w="sm" len="sm"/>
          </a:ln>
        </p:spPr>
      </p:cxnSp>
      <p:sp>
        <p:nvSpPr>
          <p:cNvPr id="131" name="Google Shape;131;p28"/>
          <p:cNvSpPr txBox="1">
            <a:spLocks noGrp="1"/>
          </p:cNvSpPr>
          <p:nvPr>
            <p:ph type="body" idx="1"/>
          </p:nvPr>
        </p:nvSpPr>
        <p:spPr>
          <a:xfrm>
            <a:off x="592667" y="0"/>
            <a:ext cx="8481484" cy="577851"/>
          </a:xfrm>
          <a:prstGeom prst="rect">
            <a:avLst/>
          </a:prstGeom>
          <a:noFill/>
          <a:ln>
            <a:noFill/>
          </a:ln>
        </p:spPr>
        <p:txBody>
          <a:bodyPr spcFirstLastPara="1" wrap="square" lIns="0" tIns="0" rIns="0" bIns="0" anchor="ctr" anchorCtr="0">
            <a:normAutofit/>
          </a:bodyPr>
          <a:lstStyle>
            <a:lvl1pPr marL="457200" lvl="0" indent="-228600" algn="l">
              <a:spcBef>
                <a:spcPts val="0"/>
              </a:spcBef>
              <a:spcAft>
                <a:spcPts val="0"/>
              </a:spcAft>
              <a:buClr>
                <a:srgbClr val="4A4A49"/>
              </a:buClr>
              <a:buSzPts val="1333"/>
              <a:buNone/>
              <a:defRPr sz="1333">
                <a:solidFill>
                  <a:srgbClr val="4A4A49"/>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32" name="Google Shape;132;p28"/>
          <p:cNvSpPr txBox="1">
            <a:spLocks noGrp="1"/>
          </p:cNvSpPr>
          <p:nvPr>
            <p:ph type="body" idx="2"/>
          </p:nvPr>
        </p:nvSpPr>
        <p:spPr>
          <a:xfrm>
            <a:off x="592667" y="577851"/>
            <a:ext cx="11076517" cy="805039"/>
          </a:xfrm>
          <a:prstGeom prst="rect">
            <a:avLst/>
          </a:prstGeom>
          <a:noFill/>
          <a:ln>
            <a:noFill/>
          </a:ln>
        </p:spPr>
        <p:txBody>
          <a:bodyPr spcFirstLastPara="1" wrap="square" lIns="0" tIns="0" rIns="0" bIns="0" anchor="ctr" anchorCtr="0">
            <a:normAutofit/>
          </a:bodyPr>
          <a:lstStyle>
            <a:lvl1pPr marL="457200" lvl="0" indent="-228600" algn="l">
              <a:spcBef>
                <a:spcPts val="0"/>
              </a:spcBef>
              <a:spcAft>
                <a:spcPts val="0"/>
              </a:spcAft>
              <a:buClr>
                <a:srgbClr val="131ED3"/>
              </a:buClr>
              <a:buSzPts val="4000"/>
              <a:buNone/>
              <a:defRPr sz="4000" b="1">
                <a:solidFill>
                  <a:srgbClr val="131ED3"/>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33" name="Google Shape;133;p28"/>
          <p:cNvSpPr txBox="1"/>
          <p:nvPr/>
        </p:nvSpPr>
        <p:spPr>
          <a:xfrm>
            <a:off x="10896596" y="2370"/>
            <a:ext cx="773289" cy="576181"/>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US" sz="1333">
                <a:solidFill>
                  <a:schemeClr val="dk1"/>
                </a:solidFill>
                <a:latin typeface="Helvetica Neue"/>
                <a:ea typeface="Helvetica Neue"/>
                <a:cs typeface="Helvetica Neue"/>
                <a:sym typeface="Helvetica Neue"/>
              </a:rPr>
              <a:t>‹#›</a:t>
            </a:fld>
            <a:endParaRPr sz="1333">
              <a:solidFill>
                <a:schemeClr val="dk1"/>
              </a:solidFill>
              <a:latin typeface="Helvetica Neue"/>
              <a:ea typeface="Helvetica Neue"/>
              <a:cs typeface="Helvetica Neue"/>
              <a:sym typeface="Helvetica Neue"/>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Layout Image Dark Blue">
  <p:cSld name="Layout Image Dark Blue">
    <p:spTree>
      <p:nvGrpSpPr>
        <p:cNvPr id="1" name="Shape 134"/>
        <p:cNvGrpSpPr/>
        <p:nvPr/>
      </p:nvGrpSpPr>
      <p:grpSpPr>
        <a:xfrm>
          <a:off x="0" y="0"/>
          <a:ext cx="0" cy="0"/>
          <a:chOff x="0" y="0"/>
          <a:chExt cx="0" cy="0"/>
        </a:xfrm>
      </p:grpSpPr>
      <p:cxnSp>
        <p:nvCxnSpPr>
          <p:cNvPr id="137" name="Google Shape;137;p29"/>
          <p:cNvCxnSpPr/>
          <p:nvPr/>
        </p:nvCxnSpPr>
        <p:spPr>
          <a:xfrm>
            <a:off x="592668" y="578551"/>
            <a:ext cx="11077217" cy="0"/>
          </a:xfrm>
          <a:prstGeom prst="straightConnector1">
            <a:avLst/>
          </a:prstGeom>
          <a:noFill/>
          <a:ln w="9525" cap="flat" cmpd="sng">
            <a:solidFill>
              <a:srgbClr val="A5A5A5"/>
            </a:solidFill>
            <a:prstDash val="solid"/>
            <a:round/>
            <a:headEnd type="none" w="sm" len="sm"/>
            <a:tailEnd type="none" w="sm" len="sm"/>
          </a:ln>
        </p:spPr>
      </p:cxnSp>
      <p:sp>
        <p:nvSpPr>
          <p:cNvPr id="138" name="Google Shape;138;p29"/>
          <p:cNvSpPr txBox="1">
            <a:spLocks noGrp="1"/>
          </p:cNvSpPr>
          <p:nvPr>
            <p:ph type="body" idx="1"/>
          </p:nvPr>
        </p:nvSpPr>
        <p:spPr>
          <a:xfrm>
            <a:off x="592667" y="0"/>
            <a:ext cx="8481484" cy="577851"/>
          </a:xfrm>
          <a:prstGeom prst="rect">
            <a:avLst/>
          </a:prstGeom>
          <a:noFill/>
          <a:ln>
            <a:noFill/>
          </a:ln>
        </p:spPr>
        <p:txBody>
          <a:bodyPr spcFirstLastPara="1" wrap="square" lIns="0" tIns="0" rIns="0" bIns="0" anchor="ctr" anchorCtr="0">
            <a:normAutofit/>
          </a:bodyPr>
          <a:lstStyle>
            <a:lvl1pPr marL="457200" lvl="0" indent="-228600" algn="l">
              <a:spcBef>
                <a:spcPts val="0"/>
              </a:spcBef>
              <a:spcAft>
                <a:spcPts val="0"/>
              </a:spcAft>
              <a:buClr>
                <a:srgbClr val="4A4A49"/>
              </a:buClr>
              <a:buSzPts val="1333"/>
              <a:buNone/>
              <a:defRPr sz="1333">
                <a:solidFill>
                  <a:srgbClr val="4A4A49"/>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39" name="Google Shape;139;p29"/>
          <p:cNvSpPr txBox="1">
            <a:spLocks noGrp="1"/>
          </p:cNvSpPr>
          <p:nvPr>
            <p:ph type="body" idx="2"/>
          </p:nvPr>
        </p:nvSpPr>
        <p:spPr>
          <a:xfrm>
            <a:off x="592667" y="577851"/>
            <a:ext cx="11076517" cy="805039"/>
          </a:xfrm>
          <a:prstGeom prst="rect">
            <a:avLst/>
          </a:prstGeom>
          <a:noFill/>
          <a:ln>
            <a:noFill/>
          </a:ln>
        </p:spPr>
        <p:txBody>
          <a:bodyPr spcFirstLastPara="1" wrap="square" lIns="0" tIns="0" rIns="0" bIns="0" anchor="ctr" anchorCtr="0">
            <a:normAutofit/>
          </a:bodyPr>
          <a:lstStyle>
            <a:lvl1pPr marL="457200" lvl="0" indent="-228600" algn="l">
              <a:spcBef>
                <a:spcPts val="0"/>
              </a:spcBef>
              <a:spcAft>
                <a:spcPts val="0"/>
              </a:spcAft>
              <a:buClr>
                <a:srgbClr val="131ED3"/>
              </a:buClr>
              <a:buSzPts val="4000"/>
              <a:buNone/>
              <a:defRPr sz="4000" b="1">
                <a:solidFill>
                  <a:srgbClr val="131ED3"/>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0" name="Google Shape;140;p29"/>
          <p:cNvSpPr txBox="1"/>
          <p:nvPr/>
        </p:nvSpPr>
        <p:spPr>
          <a:xfrm>
            <a:off x="10896596" y="2370"/>
            <a:ext cx="773289" cy="576181"/>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US" sz="1333">
                <a:solidFill>
                  <a:schemeClr val="dk1"/>
                </a:solidFill>
                <a:latin typeface="Helvetica Neue"/>
                <a:ea typeface="Helvetica Neue"/>
                <a:cs typeface="Helvetica Neue"/>
                <a:sym typeface="Helvetica Neue"/>
              </a:rPr>
              <a:t>‹#›</a:t>
            </a:fld>
            <a:endParaRPr sz="1333">
              <a:solidFill>
                <a:schemeClr val="dk1"/>
              </a:solidFill>
              <a:latin typeface="Helvetica Neue"/>
              <a:ea typeface="Helvetica Neue"/>
              <a:cs typeface="Helvetica Neue"/>
              <a:sym typeface="Helvetica Neue"/>
            </a:endParaRPr>
          </a:p>
        </p:txBody>
      </p:sp>
      <p:sp>
        <p:nvSpPr>
          <p:cNvPr id="141" name="Google Shape;141;p29"/>
          <p:cNvSpPr txBox="1">
            <a:spLocks noGrp="1"/>
          </p:cNvSpPr>
          <p:nvPr>
            <p:ph type="body" idx="3"/>
          </p:nvPr>
        </p:nvSpPr>
        <p:spPr>
          <a:xfrm>
            <a:off x="592669" y="1792818"/>
            <a:ext cx="4275665" cy="3781073"/>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Clr>
                <a:srgbClr val="4A4A49"/>
              </a:buClr>
              <a:buSzPts val="2400"/>
              <a:buNone/>
              <a:defRPr sz="2400">
                <a:solidFill>
                  <a:srgbClr val="4A4A49"/>
                </a:solidFill>
                <a:latin typeface="Arial"/>
                <a:ea typeface="Arial"/>
                <a:cs typeface="Arial"/>
                <a:sym typeface="Arial"/>
              </a:defRPr>
            </a:lvl1pPr>
            <a:lvl2pPr marL="914400" lvl="1" indent="-381000" algn="l">
              <a:spcBef>
                <a:spcPts val="1333"/>
              </a:spcBef>
              <a:spcAft>
                <a:spcPts val="0"/>
              </a:spcAft>
              <a:buClr>
                <a:schemeClr val="accent1"/>
              </a:buClr>
              <a:buSzPts val="2400"/>
              <a:buFont typeface="Arial"/>
              <a:buChar char="•"/>
              <a:defRPr sz="2400">
                <a:solidFill>
                  <a:srgbClr val="4A4A49"/>
                </a:solidFill>
                <a:latin typeface="Arial"/>
                <a:ea typeface="Arial"/>
                <a:cs typeface="Arial"/>
                <a:sym typeface="Arial"/>
              </a:defRPr>
            </a:lvl2pPr>
            <a:lvl3pPr marL="1371600" lvl="2" indent="-381000" algn="l">
              <a:spcBef>
                <a:spcPts val="1333"/>
              </a:spcBef>
              <a:spcAft>
                <a:spcPts val="0"/>
              </a:spcAft>
              <a:buClr>
                <a:schemeClr val="accent1"/>
              </a:buClr>
              <a:buSzPts val="2400"/>
              <a:buChar char="•"/>
              <a:defRPr sz="2400">
                <a:solidFill>
                  <a:srgbClr val="4A4A49"/>
                </a:solidFill>
                <a:latin typeface="Arial"/>
                <a:ea typeface="Arial"/>
                <a:cs typeface="Arial"/>
                <a:sym typeface="Arial"/>
              </a:defRPr>
            </a:lvl3pPr>
            <a:lvl4pPr marL="1828800" lvl="3" indent="-381000" algn="l">
              <a:spcBef>
                <a:spcPts val="1333"/>
              </a:spcBef>
              <a:spcAft>
                <a:spcPts val="0"/>
              </a:spcAft>
              <a:buClr>
                <a:srgbClr val="4A4A49"/>
              </a:buClr>
              <a:buSzPts val="2400"/>
              <a:buChar char="–"/>
              <a:defRPr sz="2400">
                <a:solidFill>
                  <a:srgbClr val="4A4A49"/>
                </a:solidFill>
              </a:defRPr>
            </a:lvl4pPr>
            <a:lvl5pPr marL="2286000" lvl="4" indent="-381000" algn="l">
              <a:spcBef>
                <a:spcPts val="480"/>
              </a:spcBef>
              <a:spcAft>
                <a:spcPts val="0"/>
              </a:spcAft>
              <a:buClr>
                <a:srgbClr val="4A4A49"/>
              </a:buClr>
              <a:buSzPts val="2400"/>
              <a:buChar char="»"/>
              <a:defRPr sz="2400">
                <a:solidFill>
                  <a:srgbClr val="4A4A49"/>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2" name="Google Shape;142;p29"/>
          <p:cNvSpPr txBox="1"/>
          <p:nvPr/>
        </p:nvSpPr>
        <p:spPr>
          <a:xfrm>
            <a:off x="12474223" y="-1"/>
            <a:ext cx="2215444" cy="6451831"/>
          </a:xfrm>
          <a:prstGeom prst="rect">
            <a:avLst/>
          </a:prstGeom>
          <a:solidFill>
            <a:srgbClr val="FFFFFF"/>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67" b="1" i="0">
                <a:solidFill>
                  <a:srgbClr val="4A4A49"/>
                </a:solidFill>
                <a:latin typeface="Arial"/>
                <a:ea typeface="Arial"/>
                <a:cs typeface="Arial"/>
                <a:sym typeface="Arial"/>
              </a:rPr>
              <a:t>This image is placeholder only.</a:t>
            </a:r>
            <a:endParaRPr/>
          </a:p>
          <a:p>
            <a:pPr marL="0" marR="0" lvl="0" indent="0" algn="l" rtl="0">
              <a:spcBef>
                <a:spcPts val="0"/>
              </a:spcBef>
              <a:spcAft>
                <a:spcPts val="0"/>
              </a:spcAft>
              <a:buNone/>
            </a:pPr>
            <a:r>
              <a:rPr lang="en-US" sz="1867" b="1" i="0">
                <a:solidFill>
                  <a:srgbClr val="4A4A49"/>
                </a:solidFill>
                <a:latin typeface="Arial"/>
                <a:ea typeface="Arial"/>
                <a:cs typeface="Arial"/>
                <a:sym typeface="Arial"/>
              </a:rPr>
              <a:t>To change:</a:t>
            </a:r>
            <a:endParaRPr/>
          </a:p>
          <a:p>
            <a:pPr marL="0" marR="0" lvl="0" indent="0" algn="l" rtl="0">
              <a:spcBef>
                <a:spcPts val="0"/>
              </a:spcBef>
              <a:spcAft>
                <a:spcPts val="0"/>
              </a:spcAft>
              <a:buNone/>
            </a:pPr>
            <a:endParaRPr sz="1867" b="1" i="0">
              <a:solidFill>
                <a:srgbClr val="4A4A49"/>
              </a:solidFill>
              <a:latin typeface="Arial"/>
              <a:ea typeface="Arial"/>
              <a:cs typeface="Arial"/>
              <a:sym typeface="Arial"/>
            </a:endParaRPr>
          </a:p>
          <a:p>
            <a:pPr marL="0" marR="0" lvl="0" indent="0" algn="l" rtl="0">
              <a:spcBef>
                <a:spcPts val="0"/>
              </a:spcBef>
              <a:spcAft>
                <a:spcPts val="0"/>
              </a:spcAft>
              <a:buNone/>
            </a:pPr>
            <a:r>
              <a:rPr lang="en-US" sz="1333" b="0" i="0">
                <a:solidFill>
                  <a:srgbClr val="4A4A49"/>
                </a:solidFill>
                <a:latin typeface="Arial"/>
                <a:ea typeface="Arial"/>
                <a:cs typeface="Arial"/>
                <a:sym typeface="Arial"/>
              </a:rPr>
              <a:t>Along top menu select view &gt; master &gt; slide master.</a:t>
            </a:r>
            <a:endParaRPr/>
          </a:p>
          <a:p>
            <a:pPr marL="0" marR="0" lvl="0" indent="0" algn="l" rtl="0">
              <a:spcBef>
                <a:spcPts val="0"/>
              </a:spcBef>
              <a:spcAft>
                <a:spcPts val="0"/>
              </a:spcAft>
              <a:buNone/>
            </a:pPr>
            <a:endParaRPr sz="1333" b="0" i="0">
              <a:solidFill>
                <a:srgbClr val="4A4A49"/>
              </a:solidFill>
              <a:latin typeface="Arial"/>
              <a:ea typeface="Arial"/>
              <a:cs typeface="Arial"/>
              <a:sym typeface="Arial"/>
            </a:endParaRPr>
          </a:p>
          <a:p>
            <a:pPr marL="0" marR="0" lvl="0" indent="0" algn="l" rtl="0">
              <a:spcBef>
                <a:spcPts val="0"/>
              </a:spcBef>
              <a:spcAft>
                <a:spcPts val="0"/>
              </a:spcAft>
              <a:buNone/>
            </a:pPr>
            <a:r>
              <a:rPr lang="en-US" sz="1333" b="0" i="0">
                <a:solidFill>
                  <a:srgbClr val="4A4A49"/>
                </a:solidFill>
                <a:latin typeface="Arial"/>
                <a:ea typeface="Arial"/>
                <a:cs typeface="Arial"/>
                <a:sym typeface="Arial"/>
              </a:rPr>
              <a:t>Scroll down to the master image slide.</a:t>
            </a:r>
            <a:endParaRPr/>
          </a:p>
          <a:p>
            <a:pPr marL="0" marR="0" lvl="0" indent="0" algn="l" rtl="0">
              <a:spcBef>
                <a:spcPts val="0"/>
              </a:spcBef>
              <a:spcAft>
                <a:spcPts val="0"/>
              </a:spcAft>
              <a:buNone/>
            </a:pPr>
            <a:endParaRPr sz="1333" b="0" i="0">
              <a:solidFill>
                <a:srgbClr val="4A4A49"/>
              </a:solidFill>
              <a:latin typeface="Arial"/>
              <a:ea typeface="Arial"/>
              <a:cs typeface="Arial"/>
              <a:sym typeface="Arial"/>
            </a:endParaRPr>
          </a:p>
          <a:p>
            <a:pPr marL="0" marR="0" lvl="0" indent="0" algn="l" rtl="0">
              <a:spcBef>
                <a:spcPts val="0"/>
              </a:spcBef>
              <a:spcAft>
                <a:spcPts val="0"/>
              </a:spcAft>
              <a:buNone/>
            </a:pPr>
            <a:r>
              <a:rPr lang="en-US" sz="1333" b="0" i="0">
                <a:solidFill>
                  <a:srgbClr val="4A4A49"/>
                </a:solidFill>
                <a:latin typeface="Arial"/>
                <a:ea typeface="Arial"/>
                <a:cs typeface="Arial"/>
                <a:sym typeface="Arial"/>
              </a:rPr>
              <a:t>To replace image, right click on the foreground mask and select arrange &gt; send to back.</a:t>
            </a:r>
            <a:endParaRPr/>
          </a:p>
          <a:p>
            <a:pPr marL="0" marR="0" lvl="0" indent="0" algn="l" rtl="0">
              <a:spcBef>
                <a:spcPts val="0"/>
              </a:spcBef>
              <a:spcAft>
                <a:spcPts val="0"/>
              </a:spcAft>
              <a:buNone/>
            </a:pPr>
            <a:endParaRPr sz="1333" b="0" i="0">
              <a:solidFill>
                <a:srgbClr val="4A4A49"/>
              </a:solidFill>
              <a:latin typeface="Arial"/>
              <a:ea typeface="Arial"/>
              <a:cs typeface="Arial"/>
              <a:sym typeface="Arial"/>
            </a:endParaRPr>
          </a:p>
          <a:p>
            <a:pPr marL="0" marR="0" lvl="0" indent="0" algn="l" rtl="0">
              <a:spcBef>
                <a:spcPts val="0"/>
              </a:spcBef>
              <a:spcAft>
                <a:spcPts val="0"/>
              </a:spcAft>
              <a:buNone/>
            </a:pPr>
            <a:r>
              <a:rPr lang="en-US" sz="1333" b="0" i="0">
                <a:solidFill>
                  <a:srgbClr val="4A4A49"/>
                </a:solidFill>
                <a:latin typeface="Arial"/>
                <a:ea typeface="Arial"/>
                <a:cs typeface="Arial"/>
                <a:sym typeface="Arial"/>
              </a:rPr>
              <a:t>Then delete the image.</a:t>
            </a:r>
            <a:endParaRPr/>
          </a:p>
          <a:p>
            <a:pPr marL="0" marR="0" lvl="0" indent="0" algn="l" rtl="0">
              <a:spcBef>
                <a:spcPts val="0"/>
              </a:spcBef>
              <a:spcAft>
                <a:spcPts val="0"/>
              </a:spcAft>
              <a:buNone/>
            </a:pPr>
            <a:r>
              <a:rPr lang="en-US" sz="1333" b="0" i="0">
                <a:solidFill>
                  <a:srgbClr val="4A4A49"/>
                </a:solidFill>
                <a:latin typeface="Arial"/>
                <a:ea typeface="Arial"/>
                <a:cs typeface="Arial"/>
                <a:sym typeface="Arial"/>
              </a:rPr>
              <a:t>Then drag and drop in your new image.</a:t>
            </a:r>
            <a:endParaRPr/>
          </a:p>
          <a:p>
            <a:pPr marL="0" marR="0" lvl="0" indent="0" algn="l" rtl="0">
              <a:spcBef>
                <a:spcPts val="0"/>
              </a:spcBef>
              <a:spcAft>
                <a:spcPts val="0"/>
              </a:spcAft>
              <a:buNone/>
            </a:pPr>
            <a:endParaRPr sz="1333" b="0" i="0">
              <a:solidFill>
                <a:srgbClr val="4A4A49"/>
              </a:solidFill>
              <a:latin typeface="Arial"/>
              <a:ea typeface="Arial"/>
              <a:cs typeface="Arial"/>
              <a:sym typeface="Arial"/>
            </a:endParaRPr>
          </a:p>
          <a:p>
            <a:pPr marL="0" marR="0" lvl="0" indent="0" algn="l" rtl="0">
              <a:spcBef>
                <a:spcPts val="0"/>
              </a:spcBef>
              <a:spcAft>
                <a:spcPts val="0"/>
              </a:spcAft>
              <a:buNone/>
            </a:pPr>
            <a:r>
              <a:rPr lang="en-US" sz="1333" b="0" i="0">
                <a:solidFill>
                  <a:srgbClr val="4A4A49"/>
                </a:solidFill>
                <a:latin typeface="Arial"/>
                <a:ea typeface="Arial"/>
                <a:cs typeface="Arial"/>
                <a:sym typeface="Arial"/>
              </a:rPr>
              <a:t>Then right click the image and select arrange &gt; send to back.</a:t>
            </a:r>
            <a:endParaRPr/>
          </a:p>
          <a:p>
            <a:pPr marL="0" marR="0" lvl="0" indent="0" algn="l" rtl="0">
              <a:spcBef>
                <a:spcPts val="0"/>
              </a:spcBef>
              <a:spcAft>
                <a:spcPts val="0"/>
              </a:spcAft>
              <a:buNone/>
            </a:pPr>
            <a:endParaRPr sz="1333" b="0" i="0">
              <a:solidFill>
                <a:srgbClr val="4A4A49"/>
              </a:solidFill>
              <a:latin typeface="Arial"/>
              <a:ea typeface="Arial"/>
              <a:cs typeface="Arial"/>
              <a:sym typeface="Arial"/>
            </a:endParaRPr>
          </a:p>
          <a:p>
            <a:pPr marL="0" marR="0" lvl="0" indent="0" algn="l" rtl="0">
              <a:spcBef>
                <a:spcPts val="0"/>
              </a:spcBef>
              <a:spcAft>
                <a:spcPts val="0"/>
              </a:spcAft>
              <a:buNone/>
            </a:pPr>
            <a:r>
              <a:rPr lang="en-US" sz="1333" b="0" i="0">
                <a:solidFill>
                  <a:srgbClr val="4A4A49"/>
                </a:solidFill>
                <a:latin typeface="Arial"/>
                <a:ea typeface="Arial"/>
                <a:cs typeface="Arial"/>
                <a:sym typeface="Arial"/>
              </a:rPr>
              <a:t>If you want to use different images then copy and paste the slide in masters and repeat above process.</a:t>
            </a:r>
            <a:endParaRPr/>
          </a:p>
          <a:p>
            <a:pPr marL="0" marR="0" lvl="0" indent="0" algn="l" rtl="0">
              <a:spcBef>
                <a:spcPts val="0"/>
              </a:spcBef>
              <a:spcAft>
                <a:spcPts val="0"/>
              </a:spcAft>
              <a:buNone/>
            </a:pPr>
            <a:r>
              <a:rPr lang="en-US" sz="1867" b="0" i="0">
                <a:solidFill>
                  <a:srgbClr val="4A4A49"/>
                </a:solidFill>
                <a:latin typeface="Arial"/>
                <a:ea typeface="Arial"/>
                <a:cs typeface="Arial"/>
                <a:sym typeface="Arial"/>
              </a:rPr>
              <a:t> </a:t>
            </a:r>
            <a:endParaRPr sz="1867" b="0" i="0">
              <a:solidFill>
                <a:srgbClr val="4A4A49"/>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Slide Pink">
  <p:cSld name="Divider Slide Pink">
    <p:spTree>
      <p:nvGrpSpPr>
        <p:cNvPr id="1" name="Shape 143"/>
        <p:cNvGrpSpPr/>
        <p:nvPr/>
      </p:nvGrpSpPr>
      <p:grpSpPr>
        <a:xfrm>
          <a:off x="0" y="0"/>
          <a:ext cx="0" cy="0"/>
          <a:chOff x="0" y="0"/>
          <a:chExt cx="0" cy="0"/>
        </a:xfrm>
      </p:grpSpPr>
      <p:cxnSp>
        <p:nvCxnSpPr>
          <p:cNvPr id="145" name="Google Shape;145;p30"/>
          <p:cNvCxnSpPr/>
          <p:nvPr/>
        </p:nvCxnSpPr>
        <p:spPr>
          <a:xfrm>
            <a:off x="592668" y="578551"/>
            <a:ext cx="11077217" cy="0"/>
          </a:xfrm>
          <a:prstGeom prst="straightConnector1">
            <a:avLst/>
          </a:prstGeom>
          <a:noFill/>
          <a:ln w="9525" cap="flat" cmpd="sng">
            <a:solidFill>
              <a:srgbClr val="A5A5A5"/>
            </a:solidFill>
            <a:prstDash val="solid"/>
            <a:round/>
            <a:headEnd type="none" w="sm" len="sm"/>
            <a:tailEnd type="none" w="sm" len="sm"/>
          </a:ln>
        </p:spPr>
      </p:cxnSp>
      <p:sp>
        <p:nvSpPr>
          <p:cNvPr id="146" name="Google Shape;146;p30"/>
          <p:cNvSpPr txBox="1">
            <a:spLocks noGrp="1"/>
          </p:cNvSpPr>
          <p:nvPr>
            <p:ph type="body" idx="1"/>
          </p:nvPr>
        </p:nvSpPr>
        <p:spPr>
          <a:xfrm>
            <a:off x="592667" y="0"/>
            <a:ext cx="8481484" cy="577851"/>
          </a:xfrm>
          <a:prstGeom prst="rect">
            <a:avLst/>
          </a:prstGeom>
          <a:noFill/>
          <a:ln>
            <a:noFill/>
          </a:ln>
        </p:spPr>
        <p:txBody>
          <a:bodyPr spcFirstLastPara="1" wrap="square" lIns="0" tIns="0" rIns="0" bIns="0" anchor="ctr" anchorCtr="0">
            <a:normAutofit/>
          </a:bodyPr>
          <a:lstStyle>
            <a:lvl1pPr marL="457200" lvl="0" indent="-228600" algn="l">
              <a:spcBef>
                <a:spcPts val="0"/>
              </a:spcBef>
              <a:spcAft>
                <a:spcPts val="0"/>
              </a:spcAft>
              <a:buClr>
                <a:schemeClr val="lt1"/>
              </a:buClr>
              <a:buSzPts val="1333"/>
              <a:buNone/>
              <a:defRPr sz="1333">
                <a:solidFill>
                  <a:schemeClr val="lt1"/>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7" name="Google Shape;147;p30"/>
          <p:cNvSpPr txBox="1">
            <a:spLocks noGrp="1"/>
          </p:cNvSpPr>
          <p:nvPr>
            <p:ph type="body" idx="2"/>
          </p:nvPr>
        </p:nvSpPr>
        <p:spPr>
          <a:xfrm>
            <a:off x="3753551" y="2243665"/>
            <a:ext cx="5771444" cy="3174999"/>
          </a:xfrm>
          <a:prstGeom prst="rect">
            <a:avLst/>
          </a:prstGeom>
          <a:noFill/>
          <a:ln>
            <a:noFill/>
          </a:ln>
        </p:spPr>
        <p:txBody>
          <a:bodyPr spcFirstLastPara="1" wrap="square" lIns="0" tIns="0" rIns="0" bIns="0" anchor="ctr" anchorCtr="0">
            <a:noAutofit/>
          </a:bodyPr>
          <a:lstStyle>
            <a:lvl1pPr marL="457200" lvl="0" indent="-228600" algn="l">
              <a:lnSpc>
                <a:spcPct val="90000"/>
              </a:lnSpc>
              <a:spcBef>
                <a:spcPts val="0"/>
              </a:spcBef>
              <a:spcAft>
                <a:spcPts val="0"/>
              </a:spcAft>
              <a:buClr>
                <a:schemeClr val="lt1"/>
              </a:buClr>
              <a:buSzPts val="6000"/>
              <a:buNone/>
              <a:defRPr sz="6000">
                <a:solidFill>
                  <a:schemeClr val="lt1"/>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8" name="Google Shape;148;p30"/>
          <p:cNvSpPr txBox="1"/>
          <p:nvPr/>
        </p:nvSpPr>
        <p:spPr>
          <a:xfrm>
            <a:off x="10896596" y="2370"/>
            <a:ext cx="773289" cy="576181"/>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US" sz="1333">
                <a:solidFill>
                  <a:schemeClr val="dk1"/>
                </a:solidFill>
                <a:latin typeface="Helvetica Neue"/>
                <a:ea typeface="Helvetica Neue"/>
                <a:cs typeface="Helvetica Neue"/>
                <a:sym typeface="Helvetica Neue"/>
              </a:rPr>
              <a:t>‹#›</a:t>
            </a:fld>
            <a:endParaRPr sz="1333">
              <a:solidFill>
                <a:schemeClr val="dk1"/>
              </a:solidFill>
              <a:latin typeface="Helvetica Neue"/>
              <a:ea typeface="Helvetica Neue"/>
              <a:cs typeface="Helvetica Neue"/>
              <a:sym typeface="Helvetica Neue"/>
            </a:endParaRPr>
          </a:p>
        </p:txBody>
      </p:sp>
      <p:cxnSp>
        <p:nvCxnSpPr>
          <p:cNvPr id="150" name="Google Shape;150;p30"/>
          <p:cNvCxnSpPr/>
          <p:nvPr/>
        </p:nvCxnSpPr>
        <p:spPr>
          <a:xfrm>
            <a:off x="592668" y="578551"/>
            <a:ext cx="11077217" cy="0"/>
          </a:xfrm>
          <a:prstGeom prst="straightConnector1">
            <a:avLst/>
          </a:prstGeom>
          <a:noFill/>
          <a:ln w="9525" cap="flat" cmpd="sng">
            <a:solidFill>
              <a:srgbClr val="A5A5A5"/>
            </a:solidFill>
            <a:prstDash val="solid"/>
            <a:round/>
            <a:headEnd type="none" w="sm" len="sm"/>
            <a:tailEnd type="none" w="sm" len="sm"/>
          </a:ln>
        </p:spPr>
      </p:cxnSp>
      <p:sp>
        <p:nvSpPr>
          <p:cNvPr id="151" name="Google Shape;151;p30"/>
          <p:cNvSpPr txBox="1"/>
          <p:nvPr/>
        </p:nvSpPr>
        <p:spPr>
          <a:xfrm>
            <a:off x="10896596" y="2370"/>
            <a:ext cx="773289" cy="576181"/>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US" sz="1333">
                <a:solidFill>
                  <a:schemeClr val="dk1"/>
                </a:solidFill>
                <a:latin typeface="Helvetica Neue"/>
                <a:ea typeface="Helvetica Neue"/>
                <a:cs typeface="Helvetica Neue"/>
                <a:sym typeface="Helvetica Neue"/>
              </a:rPr>
              <a:t>‹#›</a:t>
            </a:fld>
            <a:endParaRPr sz="1333">
              <a:solidFill>
                <a:schemeClr val="dk1"/>
              </a:solidFill>
              <a:latin typeface="Helvetica Neue"/>
              <a:ea typeface="Helvetica Neue"/>
              <a:cs typeface="Helvetica Neue"/>
              <a:sym typeface="Helvetica Neue"/>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7">
                                            <p:txEl>
                                              <p:pRg st="0" end="0"/>
                                            </p:txEl>
                                          </p:spTgt>
                                        </p:tgtEl>
                                        <p:attrNameLst>
                                          <p:attrName>style.visibility</p:attrName>
                                        </p:attrNameLst>
                                      </p:cBhvr>
                                      <p:to>
                                        <p:strVal val="visible"/>
                                      </p:to>
                                    </p:set>
                                    <p:animEffect transition="in" filter="fade">
                                      <p:cBhvr>
                                        <p:cTn id="7" dur="500"/>
                                        <p:tgtEl>
                                          <p:spTgt spid="14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47">
                                            <p:txEl>
                                              <p:pRg st="1" end="1"/>
                                            </p:txEl>
                                          </p:spTgt>
                                        </p:tgtEl>
                                        <p:attrNameLst>
                                          <p:attrName>style.visibility</p:attrName>
                                        </p:attrNameLst>
                                      </p:cBhvr>
                                      <p:to>
                                        <p:strVal val="visible"/>
                                      </p:to>
                                    </p:set>
                                    <p:animEffect transition="in" filter="fade">
                                      <p:cBhvr>
                                        <p:cTn id="10" dur="500"/>
                                        <p:tgtEl>
                                          <p:spTgt spid="147">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47">
                                            <p:txEl>
                                              <p:pRg st="2" end="2"/>
                                            </p:txEl>
                                          </p:spTgt>
                                        </p:tgtEl>
                                        <p:attrNameLst>
                                          <p:attrName>style.visibility</p:attrName>
                                        </p:attrNameLst>
                                      </p:cBhvr>
                                      <p:to>
                                        <p:strVal val="visible"/>
                                      </p:to>
                                    </p:set>
                                    <p:animEffect transition="in" filter="fade">
                                      <p:cBhvr>
                                        <p:cTn id="13" dur="500"/>
                                        <p:tgtEl>
                                          <p:spTgt spid="147">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47">
                                            <p:txEl>
                                              <p:pRg st="3" end="3"/>
                                            </p:txEl>
                                          </p:spTgt>
                                        </p:tgtEl>
                                        <p:attrNameLst>
                                          <p:attrName>style.visibility</p:attrName>
                                        </p:attrNameLst>
                                      </p:cBhvr>
                                      <p:to>
                                        <p:strVal val="visible"/>
                                      </p:to>
                                    </p:set>
                                    <p:animEffect transition="in" filter="fade">
                                      <p:cBhvr>
                                        <p:cTn id="16" dur="500"/>
                                        <p:tgtEl>
                                          <p:spTgt spid="147">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47">
                                            <p:txEl>
                                              <p:pRg st="4" end="4"/>
                                            </p:txEl>
                                          </p:spTgt>
                                        </p:tgtEl>
                                        <p:attrNameLst>
                                          <p:attrName>style.visibility</p:attrName>
                                        </p:attrNameLst>
                                      </p:cBhvr>
                                      <p:to>
                                        <p:strVal val="visible"/>
                                      </p:to>
                                    </p:set>
                                    <p:animEffect transition="in" filter="fade">
                                      <p:cBhvr>
                                        <p:cTn id="19" dur="500"/>
                                        <p:tgtEl>
                                          <p:spTgt spid="147">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47">
                                            <p:txEl>
                                              <p:pRg st="5" end="5"/>
                                            </p:txEl>
                                          </p:spTgt>
                                        </p:tgtEl>
                                        <p:attrNameLst>
                                          <p:attrName>style.visibility</p:attrName>
                                        </p:attrNameLst>
                                      </p:cBhvr>
                                      <p:to>
                                        <p:strVal val="visible"/>
                                      </p:to>
                                    </p:set>
                                    <p:animEffect transition="in" filter="fade">
                                      <p:cBhvr>
                                        <p:cTn id="22" dur="500"/>
                                        <p:tgtEl>
                                          <p:spTgt spid="147">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47">
                                            <p:txEl>
                                              <p:pRg st="6" end="6"/>
                                            </p:txEl>
                                          </p:spTgt>
                                        </p:tgtEl>
                                        <p:attrNameLst>
                                          <p:attrName>style.visibility</p:attrName>
                                        </p:attrNameLst>
                                      </p:cBhvr>
                                      <p:to>
                                        <p:strVal val="visible"/>
                                      </p:to>
                                    </p:set>
                                    <p:animEffect transition="in" filter="fade">
                                      <p:cBhvr>
                                        <p:cTn id="25" dur="500"/>
                                        <p:tgtEl>
                                          <p:spTgt spid="147">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47">
                                            <p:txEl>
                                              <p:pRg st="7" end="7"/>
                                            </p:txEl>
                                          </p:spTgt>
                                        </p:tgtEl>
                                        <p:attrNameLst>
                                          <p:attrName>style.visibility</p:attrName>
                                        </p:attrNameLst>
                                      </p:cBhvr>
                                      <p:to>
                                        <p:strVal val="visible"/>
                                      </p:to>
                                    </p:set>
                                    <p:animEffect transition="in" filter="fade">
                                      <p:cBhvr>
                                        <p:cTn id="28" dur="500"/>
                                        <p:tgtEl>
                                          <p:spTgt spid="147">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47">
                                            <p:txEl>
                                              <p:pRg st="8" end="8"/>
                                            </p:txEl>
                                          </p:spTgt>
                                        </p:tgtEl>
                                        <p:attrNameLst>
                                          <p:attrName>style.visibility</p:attrName>
                                        </p:attrNameLst>
                                      </p:cBhvr>
                                      <p:to>
                                        <p:strVal val="visible"/>
                                      </p:to>
                                    </p:set>
                                    <p:animEffect transition="in" filter="fade">
                                      <p:cBhvr>
                                        <p:cTn id="31" dur="500"/>
                                        <p:tgtEl>
                                          <p:spTgt spid="14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Layout 1 Pink">
  <p:cSld name="Layout 1 Pink">
    <p:spTree>
      <p:nvGrpSpPr>
        <p:cNvPr id="1" name="Shape 152"/>
        <p:cNvGrpSpPr/>
        <p:nvPr/>
      </p:nvGrpSpPr>
      <p:grpSpPr>
        <a:xfrm>
          <a:off x="0" y="0"/>
          <a:ext cx="0" cy="0"/>
          <a:chOff x="0" y="0"/>
          <a:chExt cx="0" cy="0"/>
        </a:xfrm>
      </p:grpSpPr>
      <p:cxnSp>
        <p:nvCxnSpPr>
          <p:cNvPr id="154" name="Google Shape;154;p31"/>
          <p:cNvCxnSpPr/>
          <p:nvPr/>
        </p:nvCxnSpPr>
        <p:spPr>
          <a:xfrm>
            <a:off x="592668" y="578551"/>
            <a:ext cx="11077217" cy="0"/>
          </a:xfrm>
          <a:prstGeom prst="straightConnector1">
            <a:avLst/>
          </a:prstGeom>
          <a:noFill/>
          <a:ln w="9525" cap="flat" cmpd="sng">
            <a:solidFill>
              <a:srgbClr val="A5A5A5"/>
            </a:solidFill>
            <a:prstDash val="solid"/>
            <a:round/>
            <a:headEnd type="none" w="sm" len="sm"/>
            <a:tailEnd type="none" w="sm" len="sm"/>
          </a:ln>
        </p:spPr>
      </p:cxnSp>
      <p:sp>
        <p:nvSpPr>
          <p:cNvPr id="155" name="Google Shape;155;p31"/>
          <p:cNvSpPr txBox="1">
            <a:spLocks noGrp="1"/>
          </p:cNvSpPr>
          <p:nvPr>
            <p:ph type="body" idx="1"/>
          </p:nvPr>
        </p:nvSpPr>
        <p:spPr>
          <a:xfrm>
            <a:off x="592667" y="0"/>
            <a:ext cx="8481484" cy="577851"/>
          </a:xfrm>
          <a:prstGeom prst="rect">
            <a:avLst/>
          </a:prstGeom>
          <a:noFill/>
          <a:ln>
            <a:noFill/>
          </a:ln>
        </p:spPr>
        <p:txBody>
          <a:bodyPr spcFirstLastPara="1" wrap="square" lIns="0" tIns="0" rIns="0" bIns="0" anchor="ctr" anchorCtr="0">
            <a:normAutofit/>
          </a:bodyPr>
          <a:lstStyle>
            <a:lvl1pPr marL="457200" lvl="0" indent="-228600" algn="l">
              <a:spcBef>
                <a:spcPts val="0"/>
              </a:spcBef>
              <a:spcAft>
                <a:spcPts val="0"/>
              </a:spcAft>
              <a:buClr>
                <a:srgbClr val="4A4A49"/>
              </a:buClr>
              <a:buSzPts val="1333"/>
              <a:buNone/>
              <a:defRPr sz="1333">
                <a:solidFill>
                  <a:srgbClr val="4A4A49"/>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6" name="Google Shape;156;p31"/>
          <p:cNvSpPr txBox="1">
            <a:spLocks noGrp="1"/>
          </p:cNvSpPr>
          <p:nvPr>
            <p:ph type="body" idx="2"/>
          </p:nvPr>
        </p:nvSpPr>
        <p:spPr>
          <a:xfrm>
            <a:off x="592667" y="577851"/>
            <a:ext cx="11076517" cy="805039"/>
          </a:xfrm>
          <a:prstGeom prst="rect">
            <a:avLst/>
          </a:prstGeom>
          <a:noFill/>
          <a:ln>
            <a:noFill/>
          </a:ln>
        </p:spPr>
        <p:txBody>
          <a:bodyPr spcFirstLastPara="1" wrap="square" lIns="0" tIns="0" rIns="0" bIns="0" anchor="ctr" anchorCtr="0">
            <a:normAutofit/>
          </a:bodyPr>
          <a:lstStyle>
            <a:lvl1pPr marL="457200" lvl="0" indent="-228600" algn="l">
              <a:spcBef>
                <a:spcPts val="0"/>
              </a:spcBef>
              <a:spcAft>
                <a:spcPts val="0"/>
              </a:spcAft>
              <a:buClr>
                <a:schemeClr val="accent4"/>
              </a:buClr>
              <a:buSzPts val="4000"/>
              <a:buNone/>
              <a:defRPr sz="4000" b="1">
                <a:solidFill>
                  <a:schemeClr val="accent4"/>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7" name="Google Shape;157;p31"/>
          <p:cNvSpPr txBox="1">
            <a:spLocks noGrp="1"/>
          </p:cNvSpPr>
          <p:nvPr>
            <p:ph type="body" idx="3"/>
          </p:nvPr>
        </p:nvSpPr>
        <p:spPr>
          <a:xfrm>
            <a:off x="592667" y="1792819"/>
            <a:ext cx="10166352" cy="3019071"/>
          </a:xfrm>
          <a:prstGeom prst="rect">
            <a:avLst/>
          </a:prstGeom>
          <a:noFill/>
          <a:ln>
            <a:noFill/>
          </a:ln>
        </p:spPr>
        <p:txBody>
          <a:bodyPr spcFirstLastPara="1" wrap="square" lIns="0" tIns="0" rIns="0" bIns="0" anchor="ctr" anchorCtr="0">
            <a:normAutofit/>
          </a:bodyPr>
          <a:lstStyle>
            <a:lvl1pPr marL="457200" lvl="0" indent="-228600" algn="l">
              <a:lnSpc>
                <a:spcPct val="90000"/>
              </a:lnSpc>
              <a:spcBef>
                <a:spcPts val="0"/>
              </a:spcBef>
              <a:spcAft>
                <a:spcPts val="0"/>
              </a:spcAft>
              <a:buClr>
                <a:schemeClr val="dk1"/>
              </a:buClr>
              <a:buSzPts val="6000"/>
              <a:buNone/>
              <a:defRPr sz="6000">
                <a:solidFill>
                  <a:schemeClr val="dk1"/>
                </a:solidFill>
                <a:latin typeface="Arial"/>
                <a:ea typeface="Arial"/>
                <a:cs typeface="Arial"/>
                <a:sym typeface="Arial"/>
              </a:defRPr>
            </a:lvl1pPr>
            <a:lvl2pPr marL="914400" lvl="1" indent="-381000" algn="l">
              <a:spcBef>
                <a:spcPts val="1333"/>
              </a:spcBef>
              <a:spcAft>
                <a:spcPts val="0"/>
              </a:spcAft>
              <a:buClr>
                <a:srgbClr val="006FBA"/>
              </a:buClr>
              <a:buSzPts val="2400"/>
              <a:buFont typeface="Arial"/>
              <a:buChar char="•"/>
              <a:defRPr sz="2400">
                <a:solidFill>
                  <a:srgbClr val="4A4A49"/>
                </a:solidFill>
                <a:latin typeface="Arial"/>
                <a:ea typeface="Arial"/>
                <a:cs typeface="Arial"/>
                <a:sym typeface="Arial"/>
              </a:defRPr>
            </a:lvl2pPr>
            <a:lvl3pPr marL="1371600" lvl="2" indent="-381000" algn="l">
              <a:spcBef>
                <a:spcPts val="1333"/>
              </a:spcBef>
              <a:spcAft>
                <a:spcPts val="0"/>
              </a:spcAft>
              <a:buClr>
                <a:srgbClr val="006FBA"/>
              </a:buClr>
              <a:buSzPts val="2400"/>
              <a:buChar char="•"/>
              <a:defRPr sz="2400">
                <a:solidFill>
                  <a:srgbClr val="4A4A49"/>
                </a:solidFill>
                <a:latin typeface="Arial"/>
                <a:ea typeface="Arial"/>
                <a:cs typeface="Arial"/>
                <a:sym typeface="Arial"/>
              </a:defRPr>
            </a:lvl3pPr>
            <a:lvl4pPr marL="1828800" lvl="3" indent="-381000" algn="l">
              <a:spcBef>
                <a:spcPts val="1333"/>
              </a:spcBef>
              <a:spcAft>
                <a:spcPts val="0"/>
              </a:spcAft>
              <a:buClr>
                <a:srgbClr val="4A4A49"/>
              </a:buClr>
              <a:buSzPts val="2400"/>
              <a:buChar char="–"/>
              <a:defRPr sz="2400">
                <a:solidFill>
                  <a:srgbClr val="4A4A49"/>
                </a:solidFill>
              </a:defRPr>
            </a:lvl4pPr>
            <a:lvl5pPr marL="2286000" lvl="4" indent="-381000" algn="l">
              <a:spcBef>
                <a:spcPts val="480"/>
              </a:spcBef>
              <a:spcAft>
                <a:spcPts val="0"/>
              </a:spcAft>
              <a:buClr>
                <a:srgbClr val="4A4A49"/>
              </a:buClr>
              <a:buSzPts val="2400"/>
              <a:buChar char="»"/>
              <a:defRPr sz="2400">
                <a:solidFill>
                  <a:srgbClr val="4A4A49"/>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8" name="Google Shape;158;p31"/>
          <p:cNvSpPr txBox="1"/>
          <p:nvPr/>
        </p:nvSpPr>
        <p:spPr>
          <a:xfrm>
            <a:off x="10896596" y="2370"/>
            <a:ext cx="773289" cy="576181"/>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US" sz="1333">
                <a:solidFill>
                  <a:schemeClr val="dk1"/>
                </a:solidFill>
                <a:latin typeface="Helvetica Neue"/>
                <a:ea typeface="Helvetica Neue"/>
                <a:cs typeface="Helvetica Neue"/>
                <a:sym typeface="Helvetica Neue"/>
              </a:rPr>
              <a:t>‹#›</a:t>
            </a:fld>
            <a:endParaRPr sz="1333">
              <a:solidFill>
                <a:schemeClr val="dk1"/>
              </a:solidFill>
              <a:latin typeface="Helvetica Neue"/>
              <a:ea typeface="Helvetica Neue"/>
              <a:cs typeface="Helvetica Neue"/>
              <a:sym typeface="Helvetica Neue"/>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Layout 2 Pink">
  <p:cSld name="Layout 2 Pink">
    <p:spTree>
      <p:nvGrpSpPr>
        <p:cNvPr id="1" name="Shape 159"/>
        <p:cNvGrpSpPr/>
        <p:nvPr/>
      </p:nvGrpSpPr>
      <p:grpSpPr>
        <a:xfrm>
          <a:off x="0" y="0"/>
          <a:ext cx="0" cy="0"/>
          <a:chOff x="0" y="0"/>
          <a:chExt cx="0" cy="0"/>
        </a:xfrm>
      </p:grpSpPr>
      <p:cxnSp>
        <p:nvCxnSpPr>
          <p:cNvPr id="161" name="Google Shape;161;p32"/>
          <p:cNvCxnSpPr/>
          <p:nvPr/>
        </p:nvCxnSpPr>
        <p:spPr>
          <a:xfrm>
            <a:off x="592668" y="578551"/>
            <a:ext cx="11077217" cy="0"/>
          </a:xfrm>
          <a:prstGeom prst="straightConnector1">
            <a:avLst/>
          </a:prstGeom>
          <a:noFill/>
          <a:ln w="9525" cap="flat" cmpd="sng">
            <a:solidFill>
              <a:srgbClr val="A5A5A5"/>
            </a:solidFill>
            <a:prstDash val="solid"/>
            <a:round/>
            <a:headEnd type="none" w="sm" len="sm"/>
            <a:tailEnd type="none" w="sm" len="sm"/>
          </a:ln>
        </p:spPr>
      </p:cxnSp>
      <p:sp>
        <p:nvSpPr>
          <p:cNvPr id="162" name="Google Shape;162;p32"/>
          <p:cNvSpPr txBox="1">
            <a:spLocks noGrp="1"/>
          </p:cNvSpPr>
          <p:nvPr>
            <p:ph type="body" idx="1"/>
          </p:nvPr>
        </p:nvSpPr>
        <p:spPr>
          <a:xfrm>
            <a:off x="592667" y="0"/>
            <a:ext cx="8481484" cy="577851"/>
          </a:xfrm>
          <a:prstGeom prst="rect">
            <a:avLst/>
          </a:prstGeom>
          <a:noFill/>
          <a:ln>
            <a:noFill/>
          </a:ln>
        </p:spPr>
        <p:txBody>
          <a:bodyPr spcFirstLastPara="1" wrap="square" lIns="0" tIns="0" rIns="0" bIns="0" anchor="ctr" anchorCtr="0">
            <a:normAutofit/>
          </a:bodyPr>
          <a:lstStyle>
            <a:lvl1pPr marL="457200" lvl="0" indent="-228600" algn="l">
              <a:spcBef>
                <a:spcPts val="0"/>
              </a:spcBef>
              <a:spcAft>
                <a:spcPts val="0"/>
              </a:spcAft>
              <a:buClr>
                <a:srgbClr val="4A4A49"/>
              </a:buClr>
              <a:buSzPts val="1333"/>
              <a:buNone/>
              <a:defRPr sz="1333">
                <a:solidFill>
                  <a:srgbClr val="4A4A49"/>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63" name="Google Shape;163;p32"/>
          <p:cNvSpPr txBox="1">
            <a:spLocks noGrp="1"/>
          </p:cNvSpPr>
          <p:nvPr>
            <p:ph type="body" idx="2"/>
          </p:nvPr>
        </p:nvSpPr>
        <p:spPr>
          <a:xfrm>
            <a:off x="592667" y="577851"/>
            <a:ext cx="11076517" cy="805039"/>
          </a:xfrm>
          <a:prstGeom prst="rect">
            <a:avLst/>
          </a:prstGeom>
          <a:noFill/>
          <a:ln>
            <a:noFill/>
          </a:ln>
        </p:spPr>
        <p:txBody>
          <a:bodyPr spcFirstLastPara="1" wrap="square" lIns="0" tIns="0" rIns="0" bIns="0" anchor="ctr" anchorCtr="0">
            <a:normAutofit/>
          </a:bodyPr>
          <a:lstStyle>
            <a:lvl1pPr marL="457200" lvl="0" indent="-228600" algn="l">
              <a:spcBef>
                <a:spcPts val="0"/>
              </a:spcBef>
              <a:spcAft>
                <a:spcPts val="0"/>
              </a:spcAft>
              <a:buClr>
                <a:srgbClr val="DD0071"/>
              </a:buClr>
              <a:buSzPts val="4000"/>
              <a:buNone/>
              <a:defRPr sz="4000" b="1">
                <a:solidFill>
                  <a:srgbClr val="DD0071"/>
                </a:solidFill>
                <a:latin typeface="Arial"/>
                <a:ea typeface="Arial"/>
                <a:cs typeface="Arial"/>
                <a:sym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64" name="Google Shape;164;p32"/>
          <p:cNvSpPr txBox="1">
            <a:spLocks noGrp="1"/>
          </p:cNvSpPr>
          <p:nvPr>
            <p:ph type="body" idx="3"/>
          </p:nvPr>
        </p:nvSpPr>
        <p:spPr>
          <a:xfrm>
            <a:off x="592667" y="1792818"/>
            <a:ext cx="10166352" cy="3781073"/>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Clr>
                <a:srgbClr val="4A4A49"/>
              </a:buClr>
              <a:buSzPts val="2400"/>
              <a:buNone/>
              <a:defRPr sz="2400">
                <a:solidFill>
                  <a:srgbClr val="4A4A49"/>
                </a:solidFill>
                <a:latin typeface="Arial"/>
                <a:ea typeface="Arial"/>
                <a:cs typeface="Arial"/>
                <a:sym typeface="Arial"/>
              </a:defRPr>
            </a:lvl1pPr>
            <a:lvl2pPr marL="914400" lvl="1" indent="-381000" algn="l">
              <a:spcBef>
                <a:spcPts val="1333"/>
              </a:spcBef>
              <a:spcAft>
                <a:spcPts val="0"/>
              </a:spcAft>
              <a:buClr>
                <a:schemeClr val="accent4"/>
              </a:buClr>
              <a:buSzPts val="2400"/>
              <a:buFont typeface="Arial"/>
              <a:buChar char="•"/>
              <a:defRPr sz="2400">
                <a:solidFill>
                  <a:srgbClr val="4A4A49"/>
                </a:solidFill>
                <a:latin typeface="Arial"/>
                <a:ea typeface="Arial"/>
                <a:cs typeface="Arial"/>
                <a:sym typeface="Arial"/>
              </a:defRPr>
            </a:lvl2pPr>
            <a:lvl3pPr marL="1371600" lvl="2" indent="-381000" algn="l">
              <a:spcBef>
                <a:spcPts val="1333"/>
              </a:spcBef>
              <a:spcAft>
                <a:spcPts val="0"/>
              </a:spcAft>
              <a:buClr>
                <a:schemeClr val="accent4"/>
              </a:buClr>
              <a:buSzPts val="2400"/>
              <a:buChar char="•"/>
              <a:defRPr sz="2400">
                <a:solidFill>
                  <a:srgbClr val="4A4A49"/>
                </a:solidFill>
                <a:latin typeface="Arial"/>
                <a:ea typeface="Arial"/>
                <a:cs typeface="Arial"/>
                <a:sym typeface="Arial"/>
              </a:defRPr>
            </a:lvl3pPr>
            <a:lvl4pPr marL="1828800" lvl="3" indent="-381000" algn="l">
              <a:spcBef>
                <a:spcPts val="1333"/>
              </a:spcBef>
              <a:spcAft>
                <a:spcPts val="0"/>
              </a:spcAft>
              <a:buClr>
                <a:srgbClr val="4A4A49"/>
              </a:buClr>
              <a:buSzPts val="2400"/>
              <a:buChar char="–"/>
              <a:defRPr sz="2400">
                <a:solidFill>
                  <a:srgbClr val="4A4A49"/>
                </a:solidFill>
              </a:defRPr>
            </a:lvl4pPr>
            <a:lvl5pPr marL="2286000" lvl="4" indent="-381000" algn="l">
              <a:spcBef>
                <a:spcPts val="480"/>
              </a:spcBef>
              <a:spcAft>
                <a:spcPts val="0"/>
              </a:spcAft>
              <a:buClr>
                <a:srgbClr val="4A4A49"/>
              </a:buClr>
              <a:buSzPts val="2400"/>
              <a:buChar char="»"/>
              <a:defRPr sz="2400">
                <a:solidFill>
                  <a:srgbClr val="4A4A49"/>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65" name="Google Shape;165;p32"/>
          <p:cNvSpPr txBox="1"/>
          <p:nvPr/>
        </p:nvSpPr>
        <p:spPr>
          <a:xfrm>
            <a:off x="10896596" y="2370"/>
            <a:ext cx="773289" cy="576181"/>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US" sz="1333">
                <a:solidFill>
                  <a:schemeClr val="dk1"/>
                </a:solidFill>
                <a:latin typeface="Helvetica Neue"/>
                <a:ea typeface="Helvetica Neue"/>
                <a:cs typeface="Helvetica Neue"/>
                <a:sym typeface="Helvetica Neue"/>
              </a:rPr>
              <a:t>‹#›</a:t>
            </a:fld>
            <a:endParaRPr sz="1333">
              <a:solidFill>
                <a:schemeClr val="dk1"/>
              </a:solidFill>
              <a:latin typeface="Helvetica Neue"/>
              <a:ea typeface="Helvetica Neue"/>
              <a:cs typeface="Helvetica Neue"/>
              <a:sym typeface="Helvetica Neue"/>
            </a:endParaRPr>
          </a:p>
        </p:txBody>
      </p:sp>
      <p:sp>
        <p:nvSpPr>
          <p:cNvPr id="166" name="Google Shape;166;p32"/>
          <p:cNvSpPr txBox="1"/>
          <p:nvPr/>
        </p:nvSpPr>
        <p:spPr>
          <a:xfrm>
            <a:off x="12474223" y="-1"/>
            <a:ext cx="2215444" cy="6574749"/>
          </a:xfrm>
          <a:prstGeom prst="rect">
            <a:avLst/>
          </a:prstGeom>
          <a:solidFill>
            <a:srgbClr val="FFFFFF"/>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67" b="1" i="0">
                <a:solidFill>
                  <a:srgbClr val="4A4A49"/>
                </a:solidFill>
                <a:latin typeface="Arial"/>
                <a:ea typeface="Arial"/>
                <a:cs typeface="Arial"/>
                <a:sym typeface="Arial"/>
              </a:rPr>
              <a:t>To change bullet point colours</a:t>
            </a:r>
            <a:endParaRPr sz="1867" b="1" i="0">
              <a:solidFill>
                <a:srgbClr val="4A4A49"/>
              </a:solidFill>
              <a:latin typeface="Arial"/>
              <a:ea typeface="Arial"/>
              <a:cs typeface="Arial"/>
              <a:sym typeface="Arial"/>
            </a:endParaRPr>
          </a:p>
          <a:p>
            <a:pPr marL="0" marR="0" lvl="0" indent="0" algn="l" rtl="0">
              <a:spcBef>
                <a:spcPts val="0"/>
              </a:spcBef>
              <a:spcAft>
                <a:spcPts val="0"/>
              </a:spcAft>
              <a:buNone/>
            </a:pPr>
            <a:endParaRPr sz="1867" b="1" i="0">
              <a:solidFill>
                <a:srgbClr val="4A4A49"/>
              </a:solidFill>
              <a:latin typeface="Arial"/>
              <a:ea typeface="Arial"/>
              <a:cs typeface="Arial"/>
              <a:sym typeface="Arial"/>
            </a:endParaRPr>
          </a:p>
          <a:p>
            <a:pPr marL="0" marR="0" lvl="0" indent="0" algn="l" rtl="0">
              <a:spcBef>
                <a:spcPts val="0"/>
              </a:spcBef>
              <a:spcAft>
                <a:spcPts val="0"/>
              </a:spcAft>
              <a:buNone/>
            </a:pPr>
            <a:r>
              <a:rPr lang="en-US" sz="1333" b="0" i="0">
                <a:solidFill>
                  <a:srgbClr val="4A4A49"/>
                </a:solidFill>
                <a:latin typeface="Arial"/>
                <a:ea typeface="Arial"/>
                <a:cs typeface="Arial"/>
                <a:sym typeface="Arial"/>
              </a:rPr>
              <a:t>The text on this slide is designed so that when you click the forward and backward level buttons under paragraph (as shown below) bullets are applied or taken away.</a:t>
            </a:r>
            <a:endParaRPr/>
          </a:p>
          <a:p>
            <a:pPr marL="0" marR="0" lvl="0" indent="0" algn="l" rtl="0">
              <a:spcBef>
                <a:spcPts val="0"/>
              </a:spcBef>
              <a:spcAft>
                <a:spcPts val="0"/>
              </a:spcAft>
              <a:buNone/>
            </a:pPr>
            <a:endParaRPr sz="1333">
              <a:solidFill>
                <a:srgbClr val="4A4A49"/>
              </a:solidFill>
              <a:latin typeface="Arial"/>
              <a:ea typeface="Arial"/>
              <a:cs typeface="Arial"/>
              <a:sym typeface="Arial"/>
            </a:endParaRPr>
          </a:p>
          <a:p>
            <a:pPr marL="0" marR="0" lvl="0" indent="0" algn="l" rtl="0">
              <a:spcBef>
                <a:spcPts val="0"/>
              </a:spcBef>
              <a:spcAft>
                <a:spcPts val="0"/>
              </a:spcAft>
              <a:buNone/>
            </a:pPr>
            <a:endParaRPr sz="1333" b="0" i="0">
              <a:solidFill>
                <a:srgbClr val="4A4A49"/>
              </a:solidFill>
              <a:latin typeface="Arial"/>
              <a:ea typeface="Arial"/>
              <a:cs typeface="Arial"/>
              <a:sym typeface="Arial"/>
            </a:endParaRPr>
          </a:p>
          <a:p>
            <a:pPr marL="0" marR="0" lvl="0" indent="0" algn="l" rtl="0">
              <a:spcBef>
                <a:spcPts val="0"/>
              </a:spcBef>
              <a:spcAft>
                <a:spcPts val="0"/>
              </a:spcAft>
              <a:buNone/>
            </a:pPr>
            <a:endParaRPr sz="1333">
              <a:solidFill>
                <a:srgbClr val="4A4A49"/>
              </a:solidFill>
              <a:latin typeface="Arial"/>
              <a:ea typeface="Arial"/>
              <a:cs typeface="Arial"/>
              <a:sym typeface="Arial"/>
            </a:endParaRPr>
          </a:p>
          <a:p>
            <a:pPr marL="0" marR="0" lvl="0" indent="0" algn="l" rtl="0">
              <a:spcBef>
                <a:spcPts val="0"/>
              </a:spcBef>
              <a:spcAft>
                <a:spcPts val="0"/>
              </a:spcAft>
              <a:buNone/>
            </a:pPr>
            <a:endParaRPr sz="1333" b="0" i="0">
              <a:solidFill>
                <a:srgbClr val="4A4A49"/>
              </a:solidFill>
              <a:latin typeface="Arial"/>
              <a:ea typeface="Arial"/>
              <a:cs typeface="Arial"/>
              <a:sym typeface="Arial"/>
            </a:endParaRPr>
          </a:p>
          <a:p>
            <a:pPr marL="0" marR="0" lvl="0" indent="0" algn="l" rtl="0">
              <a:spcBef>
                <a:spcPts val="0"/>
              </a:spcBef>
              <a:spcAft>
                <a:spcPts val="0"/>
              </a:spcAft>
              <a:buNone/>
            </a:pPr>
            <a:endParaRPr sz="1333">
              <a:solidFill>
                <a:srgbClr val="4A4A49"/>
              </a:solidFill>
              <a:latin typeface="Arial"/>
              <a:ea typeface="Arial"/>
              <a:cs typeface="Arial"/>
              <a:sym typeface="Arial"/>
            </a:endParaRPr>
          </a:p>
          <a:p>
            <a:pPr marL="0" marR="0" lvl="0" indent="0" algn="l" rtl="0">
              <a:spcBef>
                <a:spcPts val="0"/>
              </a:spcBef>
              <a:spcAft>
                <a:spcPts val="0"/>
              </a:spcAft>
              <a:buNone/>
            </a:pPr>
            <a:r>
              <a:rPr lang="en-US" sz="1333">
                <a:solidFill>
                  <a:srgbClr val="4A4A49"/>
                </a:solidFill>
                <a:latin typeface="Arial"/>
                <a:ea typeface="Arial"/>
                <a:cs typeface="Arial"/>
                <a:sym typeface="Arial"/>
              </a:rPr>
              <a:t>To change colour of individual bullet points you need to highlight that line of text and then under the click the drop down arrow next to the bullet button (shown below) and then click define new bullet and then select a new colour from the MBAL palette.</a:t>
            </a:r>
            <a:endParaRPr/>
          </a:p>
          <a:p>
            <a:pPr marL="0" marR="0" lvl="0" indent="0" algn="l" rtl="0">
              <a:spcBef>
                <a:spcPts val="0"/>
              </a:spcBef>
              <a:spcAft>
                <a:spcPts val="0"/>
              </a:spcAft>
              <a:buNone/>
            </a:pPr>
            <a:endParaRPr sz="1333" b="0" i="0">
              <a:solidFill>
                <a:srgbClr val="4A4A49"/>
              </a:solidFill>
              <a:latin typeface="Arial"/>
              <a:ea typeface="Arial"/>
              <a:cs typeface="Arial"/>
              <a:sym typeface="Arial"/>
            </a:endParaRPr>
          </a:p>
          <a:p>
            <a:pPr marL="0" marR="0" lvl="0" indent="0" algn="l" rtl="0">
              <a:spcBef>
                <a:spcPts val="0"/>
              </a:spcBef>
              <a:spcAft>
                <a:spcPts val="0"/>
              </a:spcAft>
              <a:buNone/>
            </a:pPr>
            <a:endParaRPr sz="1333">
              <a:solidFill>
                <a:srgbClr val="4A4A49"/>
              </a:solidFill>
              <a:latin typeface="Arial"/>
              <a:ea typeface="Arial"/>
              <a:cs typeface="Arial"/>
              <a:sym typeface="Arial"/>
            </a:endParaRPr>
          </a:p>
          <a:p>
            <a:pPr marL="0" marR="0" lvl="0" indent="0" algn="l" rtl="0">
              <a:spcBef>
                <a:spcPts val="0"/>
              </a:spcBef>
              <a:spcAft>
                <a:spcPts val="0"/>
              </a:spcAft>
              <a:buNone/>
            </a:pPr>
            <a:endParaRPr sz="1333" b="0" i="0">
              <a:solidFill>
                <a:srgbClr val="4A4A49"/>
              </a:solidFill>
              <a:latin typeface="Arial"/>
              <a:ea typeface="Arial"/>
              <a:cs typeface="Arial"/>
              <a:sym typeface="Arial"/>
            </a:endParaRPr>
          </a:p>
          <a:p>
            <a:pPr marL="0" marR="0" lvl="0" indent="0" algn="l" rtl="0">
              <a:spcBef>
                <a:spcPts val="0"/>
              </a:spcBef>
              <a:spcAft>
                <a:spcPts val="0"/>
              </a:spcAft>
              <a:buNone/>
            </a:pPr>
            <a:endParaRPr sz="1333" b="0" i="0">
              <a:solidFill>
                <a:srgbClr val="4A4A49"/>
              </a:solidFill>
              <a:latin typeface="Arial"/>
              <a:ea typeface="Arial"/>
              <a:cs typeface="Arial"/>
              <a:sym typeface="Arial"/>
            </a:endParaRPr>
          </a:p>
          <a:p>
            <a:pPr marL="0" marR="0" lvl="0" indent="0" algn="l" rtl="0">
              <a:spcBef>
                <a:spcPts val="0"/>
              </a:spcBef>
              <a:spcAft>
                <a:spcPts val="0"/>
              </a:spcAft>
              <a:buNone/>
            </a:pPr>
            <a:r>
              <a:rPr lang="en-US" sz="1867" b="0" i="0">
                <a:solidFill>
                  <a:srgbClr val="4A4A49"/>
                </a:solidFill>
                <a:latin typeface="Arial"/>
                <a:ea typeface="Arial"/>
                <a:cs typeface="Arial"/>
                <a:sym typeface="Arial"/>
              </a:rPr>
              <a:t> </a:t>
            </a:r>
            <a:endParaRPr sz="1867" b="0" i="0">
              <a:solidFill>
                <a:srgbClr val="4A4A49"/>
              </a:solidFill>
              <a:latin typeface="Arial"/>
              <a:ea typeface="Arial"/>
              <a:cs typeface="Arial"/>
              <a:sym typeface="Arial"/>
            </a:endParaRPr>
          </a:p>
        </p:txBody>
      </p:sp>
      <p:pic>
        <p:nvPicPr>
          <p:cNvPr id="167" name="Google Shape;167;p32" descr="Screen Shot 2016-12-01 at 10.01.53.png"/>
          <p:cNvPicPr preferRelativeResize="0"/>
          <p:nvPr/>
        </p:nvPicPr>
        <p:blipFill rotWithShape="1">
          <a:blip r:embed="rId2">
            <a:alphaModFix/>
          </a:blip>
          <a:srcRect/>
          <a:stretch/>
        </p:blipFill>
        <p:spPr>
          <a:xfrm>
            <a:off x="12959642" y="2399599"/>
            <a:ext cx="1236133" cy="914400"/>
          </a:xfrm>
          <a:prstGeom prst="rect">
            <a:avLst/>
          </a:prstGeom>
          <a:noFill/>
          <a:ln>
            <a:noFill/>
          </a:ln>
        </p:spPr>
      </p:pic>
      <p:pic>
        <p:nvPicPr>
          <p:cNvPr id="168" name="Google Shape;168;p32" descr="Screen Shot 2016-12-01 at 10.07.27.png"/>
          <p:cNvPicPr preferRelativeResize="0"/>
          <p:nvPr/>
        </p:nvPicPr>
        <p:blipFill rotWithShape="1">
          <a:blip r:embed="rId3">
            <a:alphaModFix/>
          </a:blip>
          <a:srcRect/>
          <a:stretch/>
        </p:blipFill>
        <p:spPr>
          <a:xfrm>
            <a:off x="12959642" y="5530629"/>
            <a:ext cx="1236133" cy="109595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609600" y="274639"/>
            <a:ext cx="109728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5867"/>
              <a:buFont typeface="Calibri"/>
              <a:buNone/>
              <a:defRPr sz="5867"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2"/>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marR="0" lvl="0" indent="-499554" algn="l" rtl="0">
              <a:spcBef>
                <a:spcPts val="853"/>
              </a:spcBef>
              <a:spcAft>
                <a:spcPts val="0"/>
              </a:spcAft>
              <a:buClr>
                <a:schemeClr val="dk1"/>
              </a:buClr>
              <a:buSzPts val="4267"/>
              <a:buFont typeface="Arial"/>
              <a:buChar char="•"/>
              <a:defRPr sz="4267" b="0" i="0" u="none" strike="noStrike" cap="none">
                <a:solidFill>
                  <a:schemeClr val="dk1"/>
                </a:solidFill>
                <a:latin typeface="Calibri"/>
                <a:ea typeface="Calibri"/>
                <a:cs typeface="Calibri"/>
                <a:sym typeface="Calibri"/>
              </a:defRPr>
            </a:lvl1pPr>
            <a:lvl2pPr marL="914400" marR="0" lvl="1" indent="-465645" algn="l" rtl="0">
              <a:spcBef>
                <a:spcPts val="747"/>
              </a:spcBef>
              <a:spcAft>
                <a:spcPts val="0"/>
              </a:spcAft>
              <a:buClr>
                <a:schemeClr val="dk1"/>
              </a:buClr>
              <a:buSzPts val="3733"/>
              <a:buFont typeface="Arial"/>
              <a:buChar char="–"/>
              <a:defRPr sz="3733" b="0" i="0" u="none" strike="noStrike" cap="none">
                <a:solidFill>
                  <a:schemeClr val="dk1"/>
                </a:solidFill>
                <a:latin typeface="Calibri"/>
                <a:ea typeface="Calibri"/>
                <a:cs typeface="Calibri"/>
                <a:sym typeface="Calibri"/>
              </a:defRPr>
            </a:lvl2pPr>
            <a:lvl3pPr marL="1371600" marR="0" lvl="2"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3pPr>
            <a:lvl4pPr marL="1828800" marR="0" lvl="3" indent="-397954" algn="l" rtl="0">
              <a:spcBef>
                <a:spcPts val="533"/>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4pPr>
            <a:lvl5pPr marL="2286000" marR="0" lvl="4" indent="-397954" algn="l" rtl="0">
              <a:spcBef>
                <a:spcPts val="533"/>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5pPr>
            <a:lvl6pPr marL="2743200" marR="0" lvl="5" indent="-397954" algn="l" rtl="0">
              <a:spcBef>
                <a:spcPts val="533"/>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6pPr>
            <a:lvl7pPr marL="3200400" marR="0" lvl="6" indent="-397954" algn="l" rtl="0">
              <a:spcBef>
                <a:spcPts val="533"/>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7pPr>
            <a:lvl8pPr marL="3657600" marR="0" lvl="7" indent="-397954" algn="l" rtl="0">
              <a:spcBef>
                <a:spcPts val="533"/>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8pPr>
            <a:lvl9pPr marL="4114800" marR="0" lvl="8" indent="-397954" algn="l" rtl="0">
              <a:spcBef>
                <a:spcPts val="533"/>
              </a:spcBef>
              <a:spcAft>
                <a:spcPts val="0"/>
              </a:spcAft>
              <a:buClr>
                <a:schemeClr val="dk1"/>
              </a:buClr>
              <a:buSzPts val="2667"/>
              <a:buFont typeface="Arial"/>
              <a:buChar char="•"/>
              <a:defRPr sz="2667" b="0" i="0" u="none" strike="noStrike" cap="none">
                <a:solidFill>
                  <a:schemeClr val="dk1"/>
                </a:solidFill>
                <a:latin typeface="Calibri"/>
                <a:ea typeface="Calibri"/>
                <a:cs typeface="Calibri"/>
                <a:sym typeface="Calibri"/>
              </a:defRPr>
            </a:lvl9pPr>
          </a:lstStyle>
          <a:p>
            <a:endParaRPr/>
          </a:p>
        </p:txBody>
      </p:sp>
      <p:sp>
        <p:nvSpPr>
          <p:cNvPr id="12" name="Google Shape;12;p12"/>
          <p:cNvSpPr txBox="1"/>
          <p:nvPr/>
        </p:nvSpPr>
        <p:spPr>
          <a:xfrm>
            <a:off x="10896596" y="2370"/>
            <a:ext cx="773289" cy="576181"/>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US" sz="1333" b="0" i="0" u="none" strike="noStrike" cap="none">
                <a:solidFill>
                  <a:schemeClr val="dk1"/>
                </a:solidFill>
                <a:latin typeface="Helvetica Neue"/>
                <a:ea typeface="Helvetica Neue"/>
                <a:cs typeface="Helvetica Neue"/>
                <a:sym typeface="Helvetica Neue"/>
              </a:rPr>
              <a:t>‹#›</a:t>
            </a:fld>
            <a:endParaRPr sz="1333" b="0" i="0" u="none" strike="noStrike" cap="none" dirty="0">
              <a:solidFill>
                <a:schemeClr val="dk1"/>
              </a:solidFill>
              <a:latin typeface="Helvetica Neue"/>
              <a:ea typeface="Helvetica Neue"/>
              <a:cs typeface="Helvetica Neue"/>
              <a:sym typeface="Helvetica Neue"/>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1"/>
          <p:cNvSpPr txBox="1">
            <a:spLocks noGrp="1"/>
          </p:cNvSpPr>
          <p:nvPr>
            <p:ph type="body" idx="1"/>
          </p:nvPr>
        </p:nvSpPr>
        <p:spPr>
          <a:xfrm>
            <a:off x="0" y="3121223"/>
            <a:ext cx="12192000" cy="615553"/>
          </a:xfrm>
          <a:prstGeom prst="rect">
            <a:avLst/>
          </a:prstGeom>
          <a:solidFill>
            <a:schemeClr val="tx1">
              <a:lumMod val="50000"/>
            </a:schemeClr>
          </a:solidFill>
          <a:ln>
            <a:noFill/>
          </a:ln>
        </p:spPr>
        <p:txBody>
          <a:bodyPr spcFirstLastPara="1" wrap="square" lIns="0" tIns="0" rIns="0" bIns="0" anchor="b" anchorCtr="0">
            <a:spAutoFit/>
          </a:bodyPr>
          <a:lstStyle/>
          <a:p>
            <a:pPr marL="0" lvl="0" indent="0" algn="ctr" rtl="0">
              <a:spcBef>
                <a:spcPts val="0"/>
              </a:spcBef>
              <a:spcAft>
                <a:spcPts val="0"/>
              </a:spcAft>
              <a:buClr>
                <a:srgbClr val="0070C0"/>
              </a:buClr>
              <a:buSzPts val="4000"/>
              <a:buNone/>
            </a:pPr>
            <a:r>
              <a:rPr lang="en-US" sz="4000" dirty="0">
                <a:solidFill>
                  <a:schemeClr val="bg1"/>
                </a:solidFill>
                <a:latin typeface="Calibri" panose="020F0502020204030204" pitchFamily="34" charset="0"/>
                <a:ea typeface="Quattrocento Sans"/>
                <a:cs typeface="Calibri" panose="020F0502020204030204" pitchFamily="34" charset="0"/>
                <a:sym typeface="Quattrocento Sans"/>
              </a:rPr>
              <a:t>PROJECT WEEKLY REPORT</a:t>
            </a:r>
            <a:endParaRPr sz="4000" dirty="0">
              <a:solidFill>
                <a:schemeClr val="bg1"/>
              </a:solidFill>
              <a:latin typeface="Calibri" panose="020F0502020204030204" pitchFamily="34" charset="0"/>
              <a:ea typeface="Quattrocento Sans"/>
              <a:cs typeface="Calibri" panose="020F0502020204030204" pitchFamily="34" charset="0"/>
              <a:sym typeface="Quattrocento Sans"/>
            </a:endParaRPr>
          </a:p>
        </p:txBody>
      </p:sp>
      <p:sp>
        <p:nvSpPr>
          <p:cNvPr id="511" name="Google Shape;511;p1"/>
          <p:cNvSpPr txBox="1">
            <a:spLocks noGrp="1"/>
          </p:cNvSpPr>
          <p:nvPr>
            <p:ph type="body" idx="2"/>
          </p:nvPr>
        </p:nvSpPr>
        <p:spPr>
          <a:xfrm>
            <a:off x="4734009" y="4914696"/>
            <a:ext cx="7137899" cy="307777"/>
          </a:xfrm>
          <a:prstGeom prst="rect">
            <a:avLst/>
          </a:prstGeom>
          <a:noFill/>
          <a:ln>
            <a:noFill/>
          </a:ln>
        </p:spPr>
        <p:txBody>
          <a:bodyPr spcFirstLastPara="1" wrap="square" lIns="0" tIns="0" rIns="0" bIns="0" anchor="b" anchorCtr="0">
            <a:spAutoFit/>
          </a:bodyPr>
          <a:lstStyle/>
          <a:p>
            <a:pPr marL="0" lvl="0" indent="0" algn="r" rtl="0">
              <a:lnSpc>
                <a:spcPct val="100000"/>
              </a:lnSpc>
              <a:spcBef>
                <a:spcPts val="0"/>
              </a:spcBef>
              <a:spcAft>
                <a:spcPts val="0"/>
              </a:spcAft>
              <a:buClr>
                <a:srgbClr val="006FBA"/>
              </a:buClr>
              <a:buSzPts val="2000"/>
              <a:buNone/>
            </a:pPr>
            <a:r>
              <a:rPr lang="en-US" sz="2000" i="1" baseline="30000" dirty="0">
                <a:solidFill>
                  <a:schemeClr val="bg2">
                    <a:lumMod val="75000"/>
                  </a:schemeClr>
                </a:solidFill>
                <a:latin typeface="Calibri" panose="020F0502020204030204" pitchFamily="34" charset="0"/>
                <a:ea typeface="Quattrocento Sans"/>
                <a:cs typeface="Calibri" panose="020F0502020204030204" pitchFamily="34" charset="0"/>
                <a:sym typeface="Quattrocento Sans"/>
              </a:rPr>
              <a:t>07th </a:t>
            </a:r>
            <a:r>
              <a:rPr lang="en-US" sz="2000" i="1" dirty="0">
                <a:solidFill>
                  <a:schemeClr val="bg2">
                    <a:lumMod val="75000"/>
                  </a:schemeClr>
                </a:solidFill>
                <a:latin typeface="Calibri" panose="020F0502020204030204" pitchFamily="34" charset="0"/>
                <a:ea typeface="Quattrocento Sans"/>
                <a:cs typeface="Calibri" panose="020F0502020204030204" pitchFamily="34" charset="0"/>
                <a:sym typeface="Quattrocento Sans"/>
              </a:rPr>
              <a:t> May 2021</a:t>
            </a:r>
            <a:endParaRPr sz="2000" dirty="0">
              <a:solidFill>
                <a:schemeClr val="bg2">
                  <a:lumMod val="75000"/>
                </a:schemeClr>
              </a:solidFill>
              <a:latin typeface="Calibri" panose="020F050202020403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p2"/>
          <p:cNvSpPr txBox="1">
            <a:spLocks noGrp="1"/>
          </p:cNvSpPr>
          <p:nvPr>
            <p:ph type="sldNum" idx="12"/>
          </p:nvPr>
        </p:nvSpPr>
        <p:spPr>
          <a:xfrm>
            <a:off x="11035611" y="6551492"/>
            <a:ext cx="773291" cy="16286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latin typeface="Calibri" panose="020F0502020204030204" pitchFamily="34" charset="0"/>
                <a:cs typeface="Calibri" panose="020F0502020204030204" pitchFamily="34" charset="0"/>
              </a:rPr>
              <a:t>2</a:t>
            </a:fld>
            <a:endParaRPr dirty="0">
              <a:latin typeface="Calibri" panose="020F0502020204030204" pitchFamily="34" charset="0"/>
              <a:cs typeface="Calibri" panose="020F0502020204030204" pitchFamily="34" charset="0"/>
            </a:endParaRPr>
          </a:p>
        </p:txBody>
      </p:sp>
      <p:sp>
        <p:nvSpPr>
          <p:cNvPr id="526" name="Google Shape;526;p2"/>
          <p:cNvSpPr txBox="1">
            <a:spLocks noGrp="1"/>
          </p:cNvSpPr>
          <p:nvPr>
            <p:ph type="body" idx="2"/>
          </p:nvPr>
        </p:nvSpPr>
        <p:spPr>
          <a:xfrm>
            <a:off x="350408" y="1351780"/>
            <a:ext cx="7459126" cy="615553"/>
          </a:xfrm>
          <a:prstGeom prst="rect">
            <a:avLst/>
          </a:prstGeom>
          <a:solidFill>
            <a:schemeClr val="tx1">
              <a:lumMod val="50000"/>
            </a:schemeClr>
          </a:solidFill>
          <a:ln>
            <a:noFill/>
          </a:ln>
        </p:spPr>
        <p:txBody>
          <a:bodyPr spcFirstLastPara="1" wrap="square" lIns="0" tIns="0" rIns="0" bIns="0" anchor="b" anchorCtr="0">
            <a:spAutoFit/>
          </a:bodyPr>
          <a:lstStyle/>
          <a:p>
            <a:pPr marL="0" lvl="0" indent="0" algn="l" rtl="0">
              <a:spcBef>
                <a:spcPts val="0"/>
              </a:spcBef>
              <a:spcAft>
                <a:spcPts val="0"/>
              </a:spcAft>
              <a:buClr>
                <a:srgbClr val="141ED2"/>
              </a:buClr>
              <a:buSzPts val="4000"/>
              <a:buNone/>
            </a:pPr>
            <a:r>
              <a:rPr lang="en-US" sz="4000" dirty="0">
                <a:solidFill>
                  <a:schemeClr val="bg1"/>
                </a:solidFill>
                <a:latin typeface="Calibri" panose="020F0502020204030204" pitchFamily="34" charset="0"/>
                <a:ea typeface="Quattrocento Sans"/>
                <a:cs typeface="Calibri" panose="020F0502020204030204" pitchFamily="34" charset="0"/>
                <a:sym typeface="Quattrocento Sans"/>
              </a:rPr>
              <a:t>Contents</a:t>
            </a:r>
            <a:endParaRPr dirty="0">
              <a:solidFill>
                <a:schemeClr val="bg1"/>
              </a:solidFill>
              <a:latin typeface="Calibri" panose="020F0502020204030204" pitchFamily="34" charset="0"/>
              <a:cs typeface="Calibri" panose="020F0502020204030204" pitchFamily="34" charset="0"/>
            </a:endParaRPr>
          </a:p>
        </p:txBody>
      </p:sp>
      <p:sp>
        <p:nvSpPr>
          <p:cNvPr id="527" name="Google Shape;527;p2"/>
          <p:cNvSpPr txBox="1">
            <a:spLocks noGrp="1"/>
          </p:cNvSpPr>
          <p:nvPr>
            <p:ph type="body" idx="3"/>
          </p:nvPr>
        </p:nvSpPr>
        <p:spPr>
          <a:xfrm>
            <a:off x="379236" y="2195252"/>
            <a:ext cx="5700416" cy="1884379"/>
          </a:xfrm>
          <a:prstGeom prst="rect">
            <a:avLst/>
          </a:prstGeom>
          <a:noFill/>
          <a:ln>
            <a:noFill/>
          </a:ln>
        </p:spPr>
        <p:txBody>
          <a:bodyPr spcFirstLastPara="1" wrap="square" lIns="0" tIns="0" rIns="0" bIns="0" anchor="t" anchorCtr="0">
            <a:normAutofit/>
          </a:bodyPr>
          <a:lstStyle/>
          <a:p>
            <a:pPr marL="0" marR="0" lvl="0" indent="0" algn="l" rtl="0">
              <a:lnSpc>
                <a:spcPct val="100000"/>
              </a:lnSpc>
              <a:spcBef>
                <a:spcPts val="0"/>
              </a:spcBef>
              <a:spcAft>
                <a:spcPts val="0"/>
              </a:spcAft>
              <a:buClr>
                <a:srgbClr val="A5A5A2"/>
              </a:buClr>
              <a:buSzPts val="2000"/>
              <a:buFont typeface="Arial"/>
              <a:buNone/>
            </a:pPr>
            <a:r>
              <a:rPr lang="en-US" sz="2000" dirty="0">
                <a:latin typeface="Calibri" panose="020F0502020204030204" pitchFamily="34" charset="0"/>
                <a:ea typeface="Quattrocento Sans"/>
                <a:cs typeface="Calibri" panose="020F0502020204030204" pitchFamily="34" charset="0"/>
                <a:sym typeface="Quattrocento Sans"/>
              </a:rPr>
              <a:t>Last Meeting follow-up</a:t>
            </a:r>
            <a:endParaRPr dirty="0">
              <a:latin typeface="Calibri" panose="020F0502020204030204" pitchFamily="34" charset="0"/>
              <a:cs typeface="Calibri" panose="020F0502020204030204" pitchFamily="34" charset="0"/>
            </a:endParaRPr>
          </a:p>
          <a:p>
            <a:pPr marL="0" marR="0" lvl="0" indent="0" algn="l" rtl="0">
              <a:lnSpc>
                <a:spcPct val="100000"/>
              </a:lnSpc>
              <a:spcBef>
                <a:spcPts val="2115"/>
              </a:spcBef>
              <a:spcAft>
                <a:spcPts val="0"/>
              </a:spcAft>
              <a:buClr>
                <a:srgbClr val="A5A5A2"/>
              </a:buClr>
              <a:buSzPts val="2000"/>
              <a:buFont typeface="Arial"/>
              <a:buNone/>
            </a:pPr>
            <a:r>
              <a:rPr lang="en-US" sz="2000" dirty="0">
                <a:latin typeface="Calibri" panose="020F0502020204030204" pitchFamily="34" charset="0"/>
                <a:ea typeface="Quattrocento Sans"/>
                <a:cs typeface="Calibri" panose="020F0502020204030204" pitchFamily="34" charset="0"/>
                <a:sym typeface="Quattrocento Sans"/>
              </a:rPr>
              <a:t>Project Overall Status</a:t>
            </a:r>
            <a:endParaRPr dirty="0">
              <a:latin typeface="Calibri" panose="020F0502020204030204" pitchFamily="34" charset="0"/>
              <a:cs typeface="Calibri" panose="020F0502020204030204" pitchFamily="34" charset="0"/>
            </a:endParaRPr>
          </a:p>
          <a:p>
            <a:pPr marL="0" marR="0" lvl="0" indent="0" algn="l" rtl="0">
              <a:lnSpc>
                <a:spcPct val="100000"/>
              </a:lnSpc>
              <a:spcBef>
                <a:spcPts val="2115"/>
              </a:spcBef>
              <a:spcAft>
                <a:spcPts val="0"/>
              </a:spcAft>
              <a:buClr>
                <a:srgbClr val="A5A5A2"/>
              </a:buClr>
              <a:buSzPts val="2000"/>
              <a:buFont typeface="Arial"/>
              <a:buNone/>
            </a:pPr>
            <a:r>
              <a:rPr lang="en-US" sz="2000" dirty="0">
                <a:latin typeface="Calibri" panose="020F0502020204030204" pitchFamily="34" charset="0"/>
                <a:cs typeface="Calibri" panose="020F0502020204030204" pitchFamily="34" charset="0"/>
                <a:sym typeface="Quattrocento Sans"/>
              </a:rPr>
              <a:t>Risk &amp; Issues</a:t>
            </a:r>
            <a:endParaRPr dirty="0">
              <a:latin typeface="Calibri" panose="020F0502020204030204" pitchFamily="34" charset="0"/>
              <a:cs typeface="Calibri" panose="020F0502020204030204" pitchFamily="34" charset="0"/>
            </a:endParaRPr>
          </a:p>
        </p:txBody>
      </p:sp>
      <p:sp>
        <p:nvSpPr>
          <p:cNvPr id="528" name="Google Shape;528;p2"/>
          <p:cNvSpPr txBox="1">
            <a:spLocks noGrp="1"/>
          </p:cNvSpPr>
          <p:nvPr>
            <p:ph type="body" idx="4"/>
          </p:nvPr>
        </p:nvSpPr>
        <p:spPr>
          <a:xfrm>
            <a:off x="6174077" y="2195252"/>
            <a:ext cx="1635457" cy="2224348"/>
          </a:xfrm>
          <a:prstGeom prst="rect">
            <a:avLst/>
          </a:prstGeom>
          <a:noFill/>
          <a:ln>
            <a:noFill/>
          </a:ln>
        </p:spPr>
        <p:txBody>
          <a:bodyPr spcFirstLastPara="1" wrap="square" lIns="0" tIns="0" rIns="0" bIns="0" anchor="t" anchorCtr="0">
            <a:normAutofit/>
          </a:bodyPr>
          <a:lstStyle/>
          <a:p>
            <a:pPr marL="0" marR="0" lvl="0" indent="0" algn="r" rtl="0">
              <a:lnSpc>
                <a:spcPct val="100000"/>
              </a:lnSpc>
              <a:spcBef>
                <a:spcPts val="0"/>
              </a:spcBef>
              <a:spcAft>
                <a:spcPts val="0"/>
              </a:spcAft>
              <a:buClr>
                <a:srgbClr val="A5A5A2"/>
              </a:buClr>
              <a:buSzPts val="2000"/>
              <a:buFont typeface="Arial"/>
              <a:buNone/>
            </a:pPr>
            <a:r>
              <a:rPr lang="en-US" sz="2000" dirty="0">
                <a:latin typeface="Calibri" panose="020F0502020204030204" pitchFamily="34" charset="0"/>
                <a:cs typeface="Calibri" panose="020F0502020204030204" pitchFamily="34" charset="0"/>
              </a:rPr>
              <a:t>04</a:t>
            </a:r>
            <a:endParaRPr dirty="0">
              <a:latin typeface="Calibri" panose="020F0502020204030204" pitchFamily="34" charset="0"/>
              <a:cs typeface="Calibri" panose="020F0502020204030204" pitchFamily="34" charset="0"/>
            </a:endParaRPr>
          </a:p>
          <a:p>
            <a:pPr marL="0" marR="0" lvl="0" indent="0" algn="r" rtl="0">
              <a:lnSpc>
                <a:spcPct val="100000"/>
              </a:lnSpc>
              <a:spcBef>
                <a:spcPts val="2115"/>
              </a:spcBef>
              <a:spcAft>
                <a:spcPts val="0"/>
              </a:spcAft>
              <a:buClr>
                <a:srgbClr val="A5A5A2"/>
              </a:buClr>
              <a:buSzPts val="2000"/>
              <a:buFont typeface="Arial"/>
              <a:buNone/>
            </a:pPr>
            <a:r>
              <a:rPr lang="en-US" sz="2000" dirty="0">
                <a:latin typeface="Calibri" panose="020F0502020204030204" pitchFamily="34" charset="0"/>
                <a:cs typeface="Calibri" panose="020F0502020204030204" pitchFamily="34" charset="0"/>
              </a:rPr>
              <a:t>06</a:t>
            </a:r>
            <a:endParaRPr dirty="0">
              <a:latin typeface="Calibri" panose="020F0502020204030204" pitchFamily="34" charset="0"/>
              <a:cs typeface="Calibri" panose="020F0502020204030204" pitchFamily="34" charset="0"/>
            </a:endParaRPr>
          </a:p>
          <a:p>
            <a:pPr marL="0" marR="0" lvl="0" indent="0" algn="r" rtl="0">
              <a:lnSpc>
                <a:spcPct val="100000"/>
              </a:lnSpc>
              <a:spcBef>
                <a:spcPts val="2115"/>
              </a:spcBef>
              <a:spcAft>
                <a:spcPts val="0"/>
              </a:spcAft>
              <a:buClr>
                <a:srgbClr val="A5A5A2"/>
              </a:buClr>
              <a:buSzPts val="2000"/>
              <a:buFont typeface="Arial"/>
              <a:buNone/>
            </a:pPr>
            <a:r>
              <a:rPr lang="en-US" sz="2000" dirty="0">
                <a:latin typeface="Calibri" panose="020F0502020204030204" pitchFamily="34" charset="0"/>
                <a:cs typeface="Calibri" panose="020F0502020204030204" pitchFamily="34" charset="0"/>
              </a:rPr>
              <a:t>10</a:t>
            </a:r>
            <a:endParaRPr dirty="0">
              <a:latin typeface="Calibri" panose="020F0502020204030204" pitchFamily="34" charset="0"/>
              <a:cs typeface="Calibri" panose="020F0502020204030204" pitchFamily="34" charset="0"/>
            </a:endParaRPr>
          </a:p>
          <a:p>
            <a:pPr marL="0" marR="0" lvl="0" indent="0" algn="r" rtl="0">
              <a:lnSpc>
                <a:spcPct val="100000"/>
              </a:lnSpc>
              <a:spcBef>
                <a:spcPts val="2115"/>
              </a:spcBef>
              <a:spcAft>
                <a:spcPts val="0"/>
              </a:spcAft>
              <a:buClr>
                <a:srgbClr val="A5A5A2"/>
              </a:buClr>
              <a:buSzPts val="2538"/>
              <a:buFont typeface="Arial"/>
              <a:buNone/>
            </a:pPr>
            <a:endParaRPr dirty="0">
              <a:latin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52" name="Google Shape;552;p5"/>
          <p:cNvSpPr txBox="1">
            <a:spLocks noGrp="1"/>
          </p:cNvSpPr>
          <p:nvPr>
            <p:ph type="sldNum" idx="12"/>
          </p:nvPr>
        </p:nvSpPr>
        <p:spPr>
          <a:xfrm>
            <a:off x="11035611" y="6551492"/>
            <a:ext cx="773291" cy="16286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3</a:t>
            </a:fld>
            <a:endParaRPr/>
          </a:p>
        </p:txBody>
      </p:sp>
      <p:sp>
        <p:nvSpPr>
          <p:cNvPr id="553" name="Google Shape;553;p5"/>
          <p:cNvSpPr txBox="1">
            <a:spLocks noGrp="1"/>
          </p:cNvSpPr>
          <p:nvPr>
            <p:ph type="body" idx="1"/>
          </p:nvPr>
        </p:nvSpPr>
        <p:spPr>
          <a:xfrm>
            <a:off x="2550636" y="1900090"/>
            <a:ext cx="7829111" cy="615553"/>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lt1"/>
              </a:buClr>
              <a:buSzPts val="4000"/>
              <a:buNone/>
            </a:pPr>
            <a:r>
              <a:rPr lang="en-US" sz="4000" b="1">
                <a:solidFill>
                  <a:schemeClr val="lt1"/>
                </a:solidFill>
                <a:latin typeface="Quattrocento Sans"/>
                <a:ea typeface="Quattrocento Sans"/>
                <a:cs typeface="Quattrocento Sans"/>
                <a:sym typeface="Quattrocento Sans"/>
              </a:rPr>
              <a:t>2. Project Overview</a:t>
            </a:r>
            <a:endParaRPr sz="4000" b="1"/>
          </a:p>
        </p:txBody>
      </p:sp>
      <p:sp>
        <p:nvSpPr>
          <p:cNvPr id="2" name="TextBox 1">
            <a:extLst>
              <a:ext uri="{FF2B5EF4-FFF2-40B4-BE49-F238E27FC236}">
                <a16:creationId xmlns:a16="http://schemas.microsoft.com/office/drawing/2014/main" id="{A6CAB50E-F054-3A47-B748-99FE8C1B2856}"/>
              </a:ext>
            </a:extLst>
          </p:cNvPr>
          <p:cNvSpPr txBox="1"/>
          <p:nvPr/>
        </p:nvSpPr>
        <p:spPr>
          <a:xfrm>
            <a:off x="0" y="3105834"/>
            <a:ext cx="12192000" cy="646331"/>
          </a:xfrm>
          <a:prstGeom prst="rect">
            <a:avLst/>
          </a:prstGeom>
          <a:solidFill>
            <a:schemeClr val="bg2">
              <a:lumMod val="75000"/>
            </a:schemeClr>
          </a:solidFill>
        </p:spPr>
        <p:txBody>
          <a:bodyPr wrap="square" rtlCol="0">
            <a:spAutoFit/>
          </a:bodyPr>
          <a:lstStyle/>
          <a:p>
            <a:pPr algn="ctr"/>
            <a:r>
              <a:rPr lang="en-VN" sz="3600" dirty="0">
                <a:solidFill>
                  <a:schemeClr val="bg1"/>
                </a:solidFill>
                <a:latin typeface="Calibri" panose="020F0502020204030204" pitchFamily="34" charset="0"/>
                <a:cs typeface="Calibri" panose="020F0502020204030204" pitchFamily="34" charset="0"/>
              </a:rPr>
              <a:t>LAST MEETING FOLLOWING UP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7"/>
          <p:cNvSpPr txBox="1"/>
          <p:nvPr/>
        </p:nvSpPr>
        <p:spPr>
          <a:xfrm>
            <a:off x="762425" y="130059"/>
            <a:ext cx="7270229"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tx1">
                    <a:lumMod val="50000"/>
                  </a:schemeClr>
                </a:solidFill>
                <a:latin typeface="Calibri" panose="020F0502020204030204" pitchFamily="34" charset="0"/>
                <a:ea typeface="Quattrocento Sans"/>
                <a:cs typeface="Calibri" panose="020F0502020204030204" pitchFamily="34" charset="0"/>
                <a:sym typeface="Quattrocento Sans"/>
              </a:rPr>
              <a:t>Last weekly following up</a:t>
            </a:r>
            <a:endParaRPr dirty="0">
              <a:solidFill>
                <a:schemeClr val="tx1">
                  <a:lumMod val="50000"/>
                </a:schemeClr>
              </a:solidFill>
              <a:latin typeface="Calibri" panose="020F0502020204030204" pitchFamily="34" charset="0"/>
              <a:cs typeface="Calibri" panose="020F0502020204030204" pitchFamily="34" charset="0"/>
            </a:endParaRPr>
          </a:p>
        </p:txBody>
      </p:sp>
      <p:graphicFrame>
        <p:nvGraphicFramePr>
          <p:cNvPr id="5" name="Google Shape;543;p4">
            <a:extLst>
              <a:ext uri="{FF2B5EF4-FFF2-40B4-BE49-F238E27FC236}">
                <a16:creationId xmlns:a16="http://schemas.microsoft.com/office/drawing/2014/main" id="{78F1453D-0236-FF4F-A91C-CC321AA37948}"/>
              </a:ext>
            </a:extLst>
          </p:cNvPr>
          <p:cNvGraphicFramePr/>
          <p:nvPr>
            <p:extLst>
              <p:ext uri="{D42A27DB-BD31-4B8C-83A1-F6EECF244321}">
                <p14:modId xmlns:p14="http://schemas.microsoft.com/office/powerpoint/2010/main" val="2128713067"/>
              </p:ext>
            </p:extLst>
          </p:nvPr>
        </p:nvGraphicFramePr>
        <p:xfrm>
          <a:off x="762425" y="1037102"/>
          <a:ext cx="10958400" cy="1267050"/>
        </p:xfrm>
        <a:graphic>
          <a:graphicData uri="http://schemas.openxmlformats.org/drawingml/2006/table">
            <a:tbl>
              <a:tblPr firstRow="1" firstCol="1" bandRow="1">
                <a:noFill/>
                <a:tableStyleId>{1E1B34E9-0A65-4B29-B03F-8D4661A3B949}</a:tableStyleId>
              </a:tblPr>
              <a:tblGrid>
                <a:gridCol w="2207425">
                  <a:extLst>
                    <a:ext uri="{9D8B030D-6E8A-4147-A177-3AD203B41FA5}">
                      <a16:colId xmlns:a16="http://schemas.microsoft.com/office/drawing/2014/main" val="20000"/>
                    </a:ext>
                  </a:extLst>
                </a:gridCol>
                <a:gridCol w="2505775">
                  <a:extLst>
                    <a:ext uri="{9D8B030D-6E8A-4147-A177-3AD203B41FA5}">
                      <a16:colId xmlns:a16="http://schemas.microsoft.com/office/drawing/2014/main" val="20001"/>
                    </a:ext>
                  </a:extLst>
                </a:gridCol>
                <a:gridCol w="3546650">
                  <a:extLst>
                    <a:ext uri="{9D8B030D-6E8A-4147-A177-3AD203B41FA5}">
                      <a16:colId xmlns:a16="http://schemas.microsoft.com/office/drawing/2014/main" val="20002"/>
                    </a:ext>
                  </a:extLst>
                </a:gridCol>
                <a:gridCol w="1349275">
                  <a:extLst>
                    <a:ext uri="{9D8B030D-6E8A-4147-A177-3AD203B41FA5}">
                      <a16:colId xmlns:a16="http://schemas.microsoft.com/office/drawing/2014/main" val="20003"/>
                    </a:ext>
                  </a:extLst>
                </a:gridCol>
                <a:gridCol w="1349275">
                  <a:extLst>
                    <a:ext uri="{9D8B030D-6E8A-4147-A177-3AD203B41FA5}">
                      <a16:colId xmlns:a16="http://schemas.microsoft.com/office/drawing/2014/main" val="20004"/>
                    </a:ext>
                  </a:extLst>
                </a:gridCol>
              </a:tblGrid>
              <a:tr h="135825">
                <a:tc>
                  <a:txBody>
                    <a:bodyPr/>
                    <a:lstStyle/>
                    <a:p>
                      <a:pPr marL="0" marR="0" lvl="0" indent="0" algn="l" rtl="0">
                        <a:spcBef>
                          <a:spcPts val="0"/>
                        </a:spcBef>
                        <a:spcAft>
                          <a:spcPts val="0"/>
                        </a:spcAft>
                        <a:buNone/>
                      </a:pPr>
                      <a:r>
                        <a:rPr lang="en-US" sz="1800" u="none" strike="noStrike" cap="none" dirty="0">
                          <a:latin typeface="Calibri" panose="020F0502020204030204" pitchFamily="34" charset="0"/>
                          <a:cs typeface="Calibri" panose="020F0502020204030204" pitchFamily="34" charset="0"/>
                        </a:rPr>
                        <a:t>Topic</a:t>
                      </a:r>
                      <a:endParaRPr sz="1800" u="none" strike="noStrike" cap="none" dirty="0">
                        <a:latin typeface="Calibri" panose="020F0502020204030204" pitchFamily="34" charset="0"/>
                        <a:ea typeface="Calibri"/>
                        <a:cs typeface="Calibri" panose="020F0502020204030204" pitchFamily="34" charset="0"/>
                        <a:sym typeface="Calibri"/>
                      </a:endParaRPr>
                    </a:p>
                  </a:txBody>
                  <a:tcPr marL="30550" marR="30550" marT="0" marB="0">
                    <a:solidFill>
                      <a:schemeClr val="tx1">
                        <a:lumMod val="50000"/>
                      </a:schemeClr>
                    </a:solidFill>
                  </a:tcPr>
                </a:tc>
                <a:tc>
                  <a:txBody>
                    <a:bodyPr/>
                    <a:lstStyle/>
                    <a:p>
                      <a:pPr marL="0" marR="0" lvl="0" indent="0" algn="l" rtl="0">
                        <a:spcBef>
                          <a:spcPts val="0"/>
                        </a:spcBef>
                        <a:spcAft>
                          <a:spcPts val="0"/>
                        </a:spcAft>
                        <a:buNone/>
                      </a:pPr>
                      <a:r>
                        <a:rPr lang="en-US" sz="1800" u="none" strike="noStrike" cap="none" dirty="0">
                          <a:latin typeface="Calibri" panose="020F0502020204030204" pitchFamily="34" charset="0"/>
                          <a:cs typeface="Calibri" panose="020F0502020204030204" pitchFamily="34" charset="0"/>
                        </a:rPr>
                        <a:t>Sub-topic</a:t>
                      </a:r>
                      <a:endParaRPr sz="1800" u="none" strike="noStrike" cap="none" dirty="0">
                        <a:latin typeface="Calibri" panose="020F0502020204030204" pitchFamily="34" charset="0"/>
                        <a:ea typeface="Calibri"/>
                        <a:cs typeface="Calibri" panose="020F0502020204030204" pitchFamily="34" charset="0"/>
                        <a:sym typeface="Calibri"/>
                      </a:endParaRPr>
                    </a:p>
                  </a:txBody>
                  <a:tcPr marL="30550" marR="30550" marT="0" marB="0">
                    <a:solidFill>
                      <a:schemeClr val="tx1">
                        <a:lumMod val="50000"/>
                      </a:schemeClr>
                    </a:solidFill>
                  </a:tcPr>
                </a:tc>
                <a:tc>
                  <a:txBody>
                    <a:bodyPr/>
                    <a:lstStyle/>
                    <a:p>
                      <a:pPr marL="0" marR="0" lvl="0" indent="0" algn="l" rtl="0">
                        <a:spcBef>
                          <a:spcPts val="0"/>
                        </a:spcBef>
                        <a:spcAft>
                          <a:spcPts val="0"/>
                        </a:spcAft>
                        <a:buNone/>
                      </a:pPr>
                      <a:r>
                        <a:rPr lang="en-US" sz="1800" u="none" strike="noStrike" cap="none" dirty="0">
                          <a:latin typeface="Calibri" panose="020F0502020204030204" pitchFamily="34" charset="0"/>
                          <a:cs typeface="Calibri" panose="020F0502020204030204" pitchFamily="34" charset="0"/>
                        </a:rPr>
                        <a:t>Description</a:t>
                      </a:r>
                      <a:endParaRPr sz="1800" u="none" strike="noStrike" cap="none" dirty="0">
                        <a:latin typeface="Calibri" panose="020F0502020204030204" pitchFamily="34" charset="0"/>
                        <a:ea typeface="Calibri"/>
                        <a:cs typeface="Calibri" panose="020F0502020204030204" pitchFamily="34" charset="0"/>
                        <a:sym typeface="Calibri"/>
                      </a:endParaRPr>
                    </a:p>
                  </a:txBody>
                  <a:tcPr marL="30550" marR="30550" marT="0" marB="0">
                    <a:solidFill>
                      <a:schemeClr val="tx1">
                        <a:lumMod val="50000"/>
                      </a:schemeClr>
                    </a:solidFill>
                  </a:tcPr>
                </a:tc>
                <a:tc>
                  <a:txBody>
                    <a:bodyPr/>
                    <a:lstStyle/>
                    <a:p>
                      <a:pPr marL="0" marR="0" lvl="0" indent="0" algn="l" rtl="0">
                        <a:spcBef>
                          <a:spcPts val="0"/>
                        </a:spcBef>
                        <a:spcAft>
                          <a:spcPts val="0"/>
                        </a:spcAft>
                        <a:buNone/>
                      </a:pPr>
                      <a:r>
                        <a:rPr lang="en-US" sz="1800" u="none" strike="noStrike" cap="none" dirty="0">
                          <a:latin typeface="Calibri" panose="020F0502020204030204" pitchFamily="34" charset="0"/>
                          <a:cs typeface="Calibri" panose="020F0502020204030204" pitchFamily="34" charset="0"/>
                        </a:rPr>
                        <a:t>Assignee</a:t>
                      </a:r>
                      <a:endParaRPr sz="1800" u="none" strike="noStrike" cap="none" dirty="0">
                        <a:latin typeface="Calibri" panose="020F0502020204030204" pitchFamily="34" charset="0"/>
                        <a:ea typeface="Calibri"/>
                        <a:cs typeface="Calibri" panose="020F0502020204030204" pitchFamily="34" charset="0"/>
                        <a:sym typeface="Calibri"/>
                      </a:endParaRPr>
                    </a:p>
                  </a:txBody>
                  <a:tcPr marL="30550" marR="30550" marT="0" marB="0">
                    <a:solidFill>
                      <a:schemeClr val="tx1">
                        <a:lumMod val="50000"/>
                      </a:schemeClr>
                    </a:solidFill>
                  </a:tcPr>
                </a:tc>
                <a:tc>
                  <a:txBody>
                    <a:bodyPr/>
                    <a:lstStyle/>
                    <a:p>
                      <a:pPr marL="0" marR="0" lvl="0" indent="0" algn="l" rtl="0">
                        <a:spcBef>
                          <a:spcPts val="0"/>
                        </a:spcBef>
                        <a:spcAft>
                          <a:spcPts val="0"/>
                        </a:spcAft>
                        <a:buNone/>
                      </a:pPr>
                      <a:r>
                        <a:rPr lang="en-US" sz="1800" u="none" strike="noStrike" cap="none" dirty="0">
                          <a:latin typeface="Calibri" panose="020F0502020204030204" pitchFamily="34" charset="0"/>
                          <a:ea typeface="Calibri"/>
                          <a:cs typeface="Calibri" panose="020F0502020204030204" pitchFamily="34" charset="0"/>
                          <a:sym typeface="Calibri"/>
                        </a:rPr>
                        <a:t>Status</a:t>
                      </a:r>
                      <a:endParaRPr sz="2000" dirty="0">
                        <a:latin typeface="Calibri" panose="020F0502020204030204" pitchFamily="34" charset="0"/>
                        <a:cs typeface="Calibri" panose="020F0502020204030204" pitchFamily="34" charset="0"/>
                      </a:endParaRPr>
                    </a:p>
                  </a:txBody>
                  <a:tcPr marL="30550" marR="30550" marT="0" marB="0">
                    <a:solidFill>
                      <a:schemeClr val="tx1">
                        <a:lumMod val="50000"/>
                      </a:schemeClr>
                    </a:solidFill>
                  </a:tcPr>
                </a:tc>
                <a:extLst>
                  <a:ext uri="{0D108BD9-81ED-4DB2-BD59-A6C34878D82A}">
                    <a16:rowId xmlns:a16="http://schemas.microsoft.com/office/drawing/2014/main" val="10000"/>
                  </a:ext>
                </a:extLst>
              </a:tr>
              <a:tr h="195225">
                <a:tc rowSpan="2">
                  <a:txBody>
                    <a:bodyPr/>
                    <a:lstStyle/>
                    <a:p>
                      <a:endParaRPr lang="en-US" sz="1600" dirty="0">
                        <a:latin typeface="Calibri" panose="020F0502020204030204" pitchFamily="34" charset="0"/>
                        <a:cs typeface="Calibri" panose="020F0502020204030204" pitchFamily="34" charset="0"/>
                      </a:endParaRPr>
                    </a:p>
                  </a:txBody>
                  <a:tcPr>
                    <a:solidFill>
                      <a:schemeClr val="bg2">
                        <a:lumMod val="75000"/>
                      </a:schemeClr>
                    </a:solidFill>
                  </a:tcPr>
                </a:tc>
                <a:tc>
                  <a:txBody>
                    <a:bodyPr/>
                    <a:lstStyle/>
                    <a:p>
                      <a:pPr marL="0" marR="0" lvl="0" indent="0" algn="l" rtl="0">
                        <a:spcBef>
                          <a:spcPts val="0"/>
                        </a:spcBef>
                        <a:spcAft>
                          <a:spcPts val="0"/>
                        </a:spcAft>
                        <a:buNone/>
                      </a:pPr>
                      <a:endParaRPr sz="1600" u="none" strike="noStrike" cap="none" dirty="0">
                        <a:latin typeface="Calibri" panose="020F0502020204030204" pitchFamily="34" charset="0"/>
                        <a:ea typeface="Calibri"/>
                        <a:cs typeface="Calibri" panose="020F0502020204030204" pitchFamily="34" charset="0"/>
                        <a:sym typeface="Calibri"/>
                      </a:endParaRPr>
                    </a:p>
                  </a:txBody>
                  <a:tcPr marL="30550" marR="30550" marT="0" marB="0"/>
                </a:tc>
                <a:tc>
                  <a:txBody>
                    <a:bodyPr/>
                    <a:lstStyle/>
                    <a:p>
                      <a:pPr marL="0" marR="0" lvl="0" indent="0" algn="l" rtl="0">
                        <a:spcBef>
                          <a:spcPts val="0"/>
                        </a:spcBef>
                        <a:spcAft>
                          <a:spcPts val="0"/>
                        </a:spcAft>
                        <a:buNone/>
                      </a:pPr>
                      <a:endParaRPr sz="1600" u="none" strike="noStrike" cap="none" dirty="0">
                        <a:latin typeface="Calibri" panose="020F0502020204030204" pitchFamily="34" charset="0"/>
                        <a:ea typeface="Calibri"/>
                        <a:cs typeface="Calibri" panose="020F0502020204030204" pitchFamily="34" charset="0"/>
                        <a:sym typeface="Calibri"/>
                      </a:endParaRPr>
                    </a:p>
                  </a:txBody>
                  <a:tcPr marL="30550" marR="30550" marT="0" marB="0"/>
                </a:tc>
                <a:tc>
                  <a:txBody>
                    <a:bodyPr/>
                    <a:lstStyle/>
                    <a:p>
                      <a:pPr marL="0" marR="0" lvl="0" indent="0" algn="l" rtl="0">
                        <a:spcBef>
                          <a:spcPts val="0"/>
                        </a:spcBef>
                        <a:spcAft>
                          <a:spcPts val="0"/>
                        </a:spcAft>
                        <a:buNone/>
                      </a:pPr>
                      <a:endParaRPr sz="1600" u="none" strike="noStrike" cap="none" dirty="0">
                        <a:latin typeface="Calibri" panose="020F0502020204030204" pitchFamily="34" charset="0"/>
                        <a:ea typeface="Calibri"/>
                        <a:cs typeface="Calibri" panose="020F0502020204030204" pitchFamily="34" charset="0"/>
                        <a:sym typeface="Calibri"/>
                      </a:endParaRPr>
                    </a:p>
                  </a:txBody>
                  <a:tcPr marL="30550" marR="30550" marT="0" marB="0"/>
                </a:tc>
                <a:tc>
                  <a:txBody>
                    <a:bodyPr/>
                    <a:lstStyle/>
                    <a:p>
                      <a:pPr marL="0" marR="0" lvl="0" indent="0" algn="l" rtl="0">
                        <a:spcBef>
                          <a:spcPts val="0"/>
                        </a:spcBef>
                        <a:spcAft>
                          <a:spcPts val="0"/>
                        </a:spcAft>
                        <a:buNone/>
                      </a:pPr>
                      <a:endParaRPr sz="1600" dirty="0">
                        <a:latin typeface="Calibri" panose="020F0502020204030204" pitchFamily="34" charset="0"/>
                        <a:cs typeface="Calibri" panose="020F0502020204030204" pitchFamily="34" charset="0"/>
                      </a:endParaRPr>
                    </a:p>
                  </a:txBody>
                  <a:tcPr marL="30550" marR="30550" marT="0" marB="0"/>
                </a:tc>
                <a:extLst>
                  <a:ext uri="{0D108BD9-81ED-4DB2-BD59-A6C34878D82A}">
                    <a16:rowId xmlns:a16="http://schemas.microsoft.com/office/drawing/2014/main" val="10003"/>
                  </a:ext>
                </a:extLst>
              </a:tr>
              <a:tr h="195225">
                <a:tc vMerge="1">
                  <a:txBody>
                    <a:bodyPr/>
                    <a:lstStyle/>
                    <a:p>
                      <a:endParaRPr lang="en-US"/>
                    </a:p>
                  </a:txBody>
                  <a:tcPr/>
                </a:tc>
                <a:tc>
                  <a:txBody>
                    <a:bodyPr/>
                    <a:lstStyle/>
                    <a:p>
                      <a:pPr marL="0" marR="0" lvl="0" indent="0" algn="l" rtl="0">
                        <a:spcBef>
                          <a:spcPts val="0"/>
                        </a:spcBef>
                        <a:spcAft>
                          <a:spcPts val="0"/>
                        </a:spcAft>
                        <a:buNone/>
                      </a:pPr>
                      <a:endParaRPr sz="1600" u="none" strike="noStrike" cap="none" dirty="0">
                        <a:latin typeface="Calibri" panose="020F0502020204030204" pitchFamily="34" charset="0"/>
                        <a:ea typeface="Calibri"/>
                        <a:cs typeface="Calibri" panose="020F0502020204030204" pitchFamily="34" charset="0"/>
                        <a:sym typeface="Calibri"/>
                      </a:endParaRPr>
                    </a:p>
                  </a:txBody>
                  <a:tcPr marL="30550" marR="30550" marT="0" marB="0"/>
                </a:tc>
                <a:tc>
                  <a:txBody>
                    <a:bodyPr/>
                    <a:lstStyle/>
                    <a:p>
                      <a:pPr marL="0" marR="0" lvl="0" indent="0" algn="l" rtl="0">
                        <a:spcBef>
                          <a:spcPts val="0"/>
                        </a:spcBef>
                        <a:spcAft>
                          <a:spcPts val="0"/>
                        </a:spcAft>
                        <a:buNone/>
                      </a:pPr>
                      <a:endParaRPr sz="1600" u="none" strike="noStrike" cap="none" dirty="0">
                        <a:latin typeface="Calibri" panose="020F0502020204030204" pitchFamily="34" charset="0"/>
                        <a:ea typeface="Calibri"/>
                        <a:cs typeface="Calibri" panose="020F0502020204030204" pitchFamily="34" charset="0"/>
                        <a:sym typeface="Calibri"/>
                      </a:endParaRPr>
                    </a:p>
                  </a:txBody>
                  <a:tcPr marL="30550" marR="30550" marT="0" marB="0"/>
                </a:tc>
                <a:tc>
                  <a:txBody>
                    <a:bodyPr/>
                    <a:lstStyle/>
                    <a:p>
                      <a:pPr marL="0" marR="0" lvl="0" indent="0" algn="l" rtl="0">
                        <a:spcBef>
                          <a:spcPts val="0"/>
                        </a:spcBef>
                        <a:spcAft>
                          <a:spcPts val="0"/>
                        </a:spcAft>
                        <a:buNone/>
                      </a:pPr>
                      <a:endParaRPr sz="1600" u="none" strike="noStrike" cap="none" dirty="0">
                        <a:latin typeface="Calibri" panose="020F0502020204030204" pitchFamily="34" charset="0"/>
                        <a:ea typeface="Calibri"/>
                        <a:cs typeface="Calibri" panose="020F0502020204030204" pitchFamily="34" charset="0"/>
                        <a:sym typeface="Calibri"/>
                      </a:endParaRPr>
                    </a:p>
                  </a:txBody>
                  <a:tcPr marL="30550" marR="30550" marT="0" marB="0"/>
                </a:tc>
                <a:tc>
                  <a:txBody>
                    <a:bodyPr/>
                    <a:lstStyle/>
                    <a:p>
                      <a:pPr marL="0" marR="0" lvl="0" indent="0" algn="l" rtl="0">
                        <a:spcBef>
                          <a:spcPts val="0"/>
                        </a:spcBef>
                        <a:spcAft>
                          <a:spcPts val="0"/>
                        </a:spcAft>
                        <a:buNone/>
                      </a:pPr>
                      <a:endParaRPr sz="1600" dirty="0">
                        <a:latin typeface="Calibri" panose="020F0502020204030204" pitchFamily="34" charset="0"/>
                        <a:cs typeface="Calibri" panose="020F0502020204030204" pitchFamily="34" charset="0"/>
                      </a:endParaRPr>
                    </a:p>
                  </a:txBody>
                  <a:tcPr marL="30550" marR="30550" marT="0" marB="0"/>
                </a:tc>
                <a:extLst>
                  <a:ext uri="{0D108BD9-81ED-4DB2-BD59-A6C34878D82A}">
                    <a16:rowId xmlns:a16="http://schemas.microsoft.com/office/drawing/2014/main" val="10004"/>
                  </a:ext>
                </a:extLst>
              </a:tr>
              <a:tr h="254650">
                <a:tc rowSpan="2">
                  <a:txBody>
                    <a:bodyPr/>
                    <a:lstStyle/>
                    <a:p>
                      <a:pPr marL="0" marR="0" lvl="0" indent="0" algn="l" rtl="0">
                        <a:spcBef>
                          <a:spcPts val="0"/>
                        </a:spcBef>
                        <a:spcAft>
                          <a:spcPts val="0"/>
                        </a:spcAft>
                        <a:buNone/>
                      </a:pPr>
                      <a:endParaRPr sz="1600" u="none" strike="noStrike" cap="none" dirty="0">
                        <a:latin typeface="Calibri" panose="020F0502020204030204" pitchFamily="34" charset="0"/>
                        <a:ea typeface="Calibri"/>
                        <a:cs typeface="Calibri" panose="020F0502020204030204" pitchFamily="34" charset="0"/>
                        <a:sym typeface="Calibri"/>
                      </a:endParaRPr>
                    </a:p>
                  </a:txBody>
                  <a:tcPr marL="0" marR="0" marT="0" marB="0" anchor="ctr">
                    <a:solidFill>
                      <a:schemeClr val="bg2">
                        <a:lumMod val="75000"/>
                      </a:schemeClr>
                    </a:solidFill>
                  </a:tcPr>
                </a:tc>
                <a:tc>
                  <a:txBody>
                    <a:bodyPr/>
                    <a:lstStyle/>
                    <a:p>
                      <a:pPr marL="0" marR="0" lvl="0" indent="0" algn="l" rtl="0">
                        <a:spcBef>
                          <a:spcPts val="0"/>
                        </a:spcBef>
                        <a:spcAft>
                          <a:spcPts val="0"/>
                        </a:spcAft>
                        <a:buNone/>
                      </a:pPr>
                      <a:endParaRPr sz="1600" u="none" strike="noStrike" cap="none" dirty="0">
                        <a:latin typeface="Calibri" panose="020F0502020204030204" pitchFamily="34" charset="0"/>
                        <a:ea typeface="Calibri"/>
                        <a:cs typeface="Calibri" panose="020F0502020204030204" pitchFamily="34" charset="0"/>
                        <a:sym typeface="Calibri"/>
                      </a:endParaRPr>
                    </a:p>
                  </a:txBody>
                  <a:tcPr marL="30550" marR="30550" marT="0" marB="0"/>
                </a:tc>
                <a:tc>
                  <a:txBody>
                    <a:bodyPr/>
                    <a:lstStyle/>
                    <a:p>
                      <a:pPr marL="0" marR="0" lvl="0" indent="0" algn="l" rtl="0">
                        <a:spcBef>
                          <a:spcPts val="0"/>
                        </a:spcBef>
                        <a:spcAft>
                          <a:spcPts val="0"/>
                        </a:spcAft>
                        <a:buNone/>
                      </a:pPr>
                      <a:endParaRPr sz="1600" u="none" strike="noStrike" cap="none" dirty="0">
                        <a:latin typeface="Calibri" panose="020F0502020204030204" pitchFamily="34" charset="0"/>
                        <a:ea typeface="Calibri"/>
                        <a:cs typeface="Calibri" panose="020F0502020204030204" pitchFamily="34" charset="0"/>
                        <a:sym typeface="Calibri"/>
                      </a:endParaRPr>
                    </a:p>
                  </a:txBody>
                  <a:tcPr marL="30550" marR="30550" marT="0" marB="0"/>
                </a:tc>
                <a:tc>
                  <a:txBody>
                    <a:bodyPr/>
                    <a:lstStyle/>
                    <a:p>
                      <a:pPr marL="0" marR="0" lvl="0" indent="0" algn="l" rtl="0">
                        <a:spcBef>
                          <a:spcPts val="0"/>
                        </a:spcBef>
                        <a:spcAft>
                          <a:spcPts val="0"/>
                        </a:spcAft>
                        <a:buNone/>
                      </a:pPr>
                      <a:endParaRPr sz="1600" u="none" strike="noStrike" cap="none" dirty="0">
                        <a:latin typeface="Calibri" panose="020F0502020204030204" pitchFamily="34" charset="0"/>
                        <a:ea typeface="Calibri"/>
                        <a:cs typeface="Calibri" panose="020F0502020204030204" pitchFamily="34" charset="0"/>
                        <a:sym typeface="Calibri"/>
                      </a:endParaRPr>
                    </a:p>
                  </a:txBody>
                  <a:tcPr marL="30550" marR="30550" marT="0" marB="0"/>
                </a:tc>
                <a:tc>
                  <a:txBody>
                    <a:bodyPr/>
                    <a:lstStyle/>
                    <a:p>
                      <a:pPr marL="0" marR="0" lvl="0" indent="0" algn="l" rtl="0">
                        <a:spcBef>
                          <a:spcPts val="0"/>
                        </a:spcBef>
                        <a:spcAft>
                          <a:spcPts val="0"/>
                        </a:spcAft>
                        <a:buNone/>
                      </a:pPr>
                      <a:endParaRPr sz="1600" u="none" strike="noStrike" cap="none" dirty="0">
                        <a:latin typeface="Calibri" panose="020F0502020204030204" pitchFamily="34" charset="0"/>
                        <a:ea typeface="Calibri"/>
                        <a:cs typeface="Calibri" panose="020F0502020204030204" pitchFamily="34" charset="0"/>
                        <a:sym typeface="Calibri"/>
                      </a:endParaRPr>
                    </a:p>
                  </a:txBody>
                  <a:tcPr marL="30550" marR="30550" marT="0" marB="0"/>
                </a:tc>
                <a:extLst>
                  <a:ext uri="{0D108BD9-81ED-4DB2-BD59-A6C34878D82A}">
                    <a16:rowId xmlns:a16="http://schemas.microsoft.com/office/drawing/2014/main" val="10008"/>
                  </a:ext>
                </a:extLst>
              </a:tr>
              <a:tr h="250400">
                <a:tc vMerge="1">
                  <a:txBody>
                    <a:bodyPr/>
                    <a:lstStyle/>
                    <a:p>
                      <a:endParaRPr lang="en-US"/>
                    </a:p>
                  </a:txBody>
                  <a:tcPr/>
                </a:tc>
                <a:tc>
                  <a:txBody>
                    <a:bodyPr/>
                    <a:lstStyle/>
                    <a:p>
                      <a:pPr marL="0" marR="0" lvl="0" indent="0" algn="l" rtl="0">
                        <a:spcBef>
                          <a:spcPts val="0"/>
                        </a:spcBef>
                        <a:spcAft>
                          <a:spcPts val="0"/>
                        </a:spcAft>
                        <a:buNone/>
                      </a:pPr>
                      <a:endParaRPr sz="1600" u="none" strike="noStrike" cap="none" dirty="0">
                        <a:latin typeface="Calibri" panose="020F0502020204030204" pitchFamily="34" charset="0"/>
                        <a:ea typeface="Calibri"/>
                        <a:cs typeface="Calibri" panose="020F0502020204030204" pitchFamily="34" charset="0"/>
                        <a:sym typeface="Calibri"/>
                      </a:endParaRPr>
                    </a:p>
                  </a:txBody>
                  <a:tcPr marL="30550" marR="30550" marT="0" marB="0"/>
                </a:tc>
                <a:tc>
                  <a:txBody>
                    <a:bodyPr/>
                    <a:lstStyle/>
                    <a:p>
                      <a:pPr marL="0" marR="0" lvl="0" indent="0" algn="l" rtl="0">
                        <a:spcBef>
                          <a:spcPts val="0"/>
                        </a:spcBef>
                        <a:spcAft>
                          <a:spcPts val="0"/>
                        </a:spcAft>
                        <a:buNone/>
                      </a:pPr>
                      <a:endParaRPr sz="1600" u="none" strike="noStrike" cap="none" dirty="0">
                        <a:latin typeface="Calibri" panose="020F0502020204030204" pitchFamily="34" charset="0"/>
                        <a:ea typeface="Calibri"/>
                        <a:cs typeface="Calibri" panose="020F0502020204030204" pitchFamily="34" charset="0"/>
                        <a:sym typeface="Calibri"/>
                      </a:endParaRPr>
                    </a:p>
                  </a:txBody>
                  <a:tcPr marL="30550" marR="30550" marT="0" marB="0"/>
                </a:tc>
                <a:tc>
                  <a:txBody>
                    <a:bodyPr/>
                    <a:lstStyle/>
                    <a:p>
                      <a:pPr marL="0" marR="0" lvl="0" indent="0" algn="l" rtl="0">
                        <a:spcBef>
                          <a:spcPts val="0"/>
                        </a:spcBef>
                        <a:spcAft>
                          <a:spcPts val="0"/>
                        </a:spcAft>
                        <a:buNone/>
                      </a:pPr>
                      <a:endParaRPr sz="1600" u="none" strike="noStrike" cap="none" dirty="0">
                        <a:latin typeface="Calibri" panose="020F0502020204030204" pitchFamily="34" charset="0"/>
                        <a:ea typeface="Calibri"/>
                        <a:cs typeface="Calibri" panose="020F0502020204030204" pitchFamily="34" charset="0"/>
                        <a:sym typeface="Calibri"/>
                      </a:endParaRPr>
                    </a:p>
                  </a:txBody>
                  <a:tcPr marL="30550" marR="30550" marT="0" marB="0"/>
                </a:tc>
                <a:tc>
                  <a:txBody>
                    <a:bodyPr/>
                    <a:lstStyle/>
                    <a:p>
                      <a:pPr marL="0" marR="0" lvl="0" indent="0" algn="l" rtl="0">
                        <a:spcBef>
                          <a:spcPts val="0"/>
                        </a:spcBef>
                        <a:spcAft>
                          <a:spcPts val="0"/>
                        </a:spcAft>
                        <a:buNone/>
                      </a:pPr>
                      <a:endParaRPr sz="1600" dirty="0">
                        <a:latin typeface="Calibri" panose="020F0502020204030204" pitchFamily="34" charset="0"/>
                        <a:cs typeface="Calibri" panose="020F0502020204030204" pitchFamily="34" charset="0"/>
                      </a:endParaRPr>
                    </a:p>
                  </a:txBody>
                  <a:tcPr marL="30550" marR="30550" marT="0" marB="0"/>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10248799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52" name="Google Shape;552;p5"/>
          <p:cNvSpPr txBox="1">
            <a:spLocks noGrp="1"/>
          </p:cNvSpPr>
          <p:nvPr>
            <p:ph type="sldNum" idx="12"/>
          </p:nvPr>
        </p:nvSpPr>
        <p:spPr>
          <a:xfrm>
            <a:off x="11035611" y="6551492"/>
            <a:ext cx="773291" cy="16286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None/>
            </a:pPr>
            <a:fld id="{00000000-1234-1234-1234-123412341234}" type="slidenum">
              <a:rPr lang="en-US"/>
              <a:t>5</a:t>
            </a:fld>
            <a:endParaRPr/>
          </a:p>
        </p:txBody>
      </p:sp>
      <p:sp>
        <p:nvSpPr>
          <p:cNvPr id="553" name="Google Shape;553;p5"/>
          <p:cNvSpPr txBox="1">
            <a:spLocks noGrp="1"/>
          </p:cNvSpPr>
          <p:nvPr>
            <p:ph type="body" idx="1"/>
          </p:nvPr>
        </p:nvSpPr>
        <p:spPr>
          <a:xfrm>
            <a:off x="2550636" y="1900090"/>
            <a:ext cx="7829111" cy="615553"/>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lt1"/>
              </a:buClr>
              <a:buSzPts val="4000"/>
              <a:buNone/>
            </a:pPr>
            <a:r>
              <a:rPr lang="en-US" sz="4000" b="1">
                <a:solidFill>
                  <a:schemeClr val="lt1"/>
                </a:solidFill>
                <a:latin typeface="Quattrocento Sans"/>
                <a:ea typeface="Quattrocento Sans"/>
                <a:cs typeface="Quattrocento Sans"/>
                <a:sym typeface="Quattrocento Sans"/>
              </a:rPr>
              <a:t>2. Project Overview</a:t>
            </a:r>
            <a:endParaRPr sz="4000" b="1"/>
          </a:p>
        </p:txBody>
      </p:sp>
      <p:sp>
        <p:nvSpPr>
          <p:cNvPr id="2" name="TextBox 1">
            <a:extLst>
              <a:ext uri="{FF2B5EF4-FFF2-40B4-BE49-F238E27FC236}">
                <a16:creationId xmlns:a16="http://schemas.microsoft.com/office/drawing/2014/main" id="{A6CAB50E-F054-3A47-B748-99FE8C1B2856}"/>
              </a:ext>
            </a:extLst>
          </p:cNvPr>
          <p:cNvSpPr txBox="1"/>
          <p:nvPr/>
        </p:nvSpPr>
        <p:spPr>
          <a:xfrm>
            <a:off x="0" y="3105834"/>
            <a:ext cx="12192000" cy="646331"/>
          </a:xfrm>
          <a:prstGeom prst="rect">
            <a:avLst/>
          </a:prstGeom>
          <a:solidFill>
            <a:schemeClr val="bg2">
              <a:lumMod val="75000"/>
            </a:schemeClr>
          </a:solidFill>
        </p:spPr>
        <p:txBody>
          <a:bodyPr wrap="square" rtlCol="0">
            <a:spAutoFit/>
          </a:bodyPr>
          <a:lstStyle/>
          <a:p>
            <a:pPr algn="ctr"/>
            <a:r>
              <a:rPr lang="en-VN" sz="3600" dirty="0">
                <a:solidFill>
                  <a:schemeClr val="bg1"/>
                </a:solidFill>
                <a:latin typeface="Calibri" panose="020F0502020204030204" pitchFamily="34" charset="0"/>
                <a:cs typeface="Calibri" panose="020F0502020204030204" pitchFamily="34" charset="0"/>
              </a:rPr>
              <a:t>PROJECT OVERVIEW</a:t>
            </a:r>
          </a:p>
        </p:txBody>
      </p:sp>
    </p:spTree>
    <p:extLst>
      <p:ext uri="{BB962C8B-B14F-4D97-AF65-F5344CB8AC3E}">
        <p14:creationId xmlns:p14="http://schemas.microsoft.com/office/powerpoint/2010/main" val="3224388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7"/>
          <p:cNvSpPr txBox="1"/>
          <p:nvPr/>
        </p:nvSpPr>
        <p:spPr>
          <a:xfrm>
            <a:off x="762425" y="115544"/>
            <a:ext cx="7270229"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tx1">
                    <a:lumMod val="50000"/>
                  </a:schemeClr>
                </a:solidFill>
                <a:latin typeface="Calibri" panose="020F0502020204030204" pitchFamily="34" charset="0"/>
                <a:ea typeface="Quattrocento Sans"/>
                <a:cs typeface="Calibri" panose="020F0502020204030204" pitchFamily="34" charset="0"/>
                <a:sym typeface="Quattrocento Sans"/>
              </a:rPr>
              <a:t>RESOURCES</a:t>
            </a:r>
            <a:endParaRPr dirty="0">
              <a:solidFill>
                <a:schemeClr val="tx1">
                  <a:lumMod val="50000"/>
                </a:schemeClr>
              </a:solidFill>
              <a:latin typeface="Calibri" panose="020F0502020204030204" pitchFamily="34" charset="0"/>
              <a:cs typeface="Calibri" panose="020F0502020204030204" pitchFamily="34" charset="0"/>
            </a:endParaRPr>
          </a:p>
        </p:txBody>
      </p:sp>
      <p:sp>
        <p:nvSpPr>
          <p:cNvPr id="568" name="Google Shape;568;p7"/>
          <p:cNvSpPr txBox="1"/>
          <p:nvPr/>
        </p:nvSpPr>
        <p:spPr>
          <a:xfrm>
            <a:off x="762425" y="442796"/>
            <a:ext cx="5227558" cy="369332"/>
          </a:xfrm>
          <a:prstGeom prst="rect">
            <a:avLst/>
          </a:prstGeom>
          <a:noFill/>
          <a:ln>
            <a:noFill/>
          </a:ln>
        </p:spPr>
        <p:txBody>
          <a:bodyPr spcFirstLastPara="1" wrap="square" lIns="91425" tIns="45700" rIns="91425" bIns="45700" anchor="t" anchorCtr="0">
            <a:spAutoFit/>
          </a:bodyPr>
          <a:lstStyle/>
          <a:p>
            <a:pPr lvl="0"/>
            <a:r>
              <a:rPr lang="en-US" sz="1800" dirty="0">
                <a:solidFill>
                  <a:schemeClr val="dk1"/>
                </a:solidFill>
                <a:latin typeface="Calibri" panose="020F0502020204030204" pitchFamily="34" charset="0"/>
                <a:ea typeface="Quattrocento Sans"/>
                <a:cs typeface="Calibri" panose="020F0502020204030204" pitchFamily="34" charset="0"/>
                <a:sym typeface="Quattrocento Sans"/>
              </a:rPr>
              <a:t> </a:t>
            </a:r>
            <a:r>
              <a:rPr lang="en-US" sz="1800" i="1" dirty="0">
                <a:solidFill>
                  <a:schemeClr val="dk1"/>
                </a:solidFill>
                <a:latin typeface="Calibri" panose="020F0502020204030204" pitchFamily="34" charset="0"/>
                <a:ea typeface="Calibri"/>
                <a:cs typeface="Calibri" panose="020F0502020204030204" pitchFamily="34" charset="0"/>
                <a:sym typeface="Calibri"/>
              </a:rPr>
              <a:t>As of 15 April</a:t>
            </a:r>
          </a:p>
        </p:txBody>
      </p:sp>
      <p:graphicFrame>
        <p:nvGraphicFramePr>
          <p:cNvPr id="569" name="Google Shape;569;p7"/>
          <p:cNvGraphicFramePr/>
          <p:nvPr>
            <p:extLst>
              <p:ext uri="{D42A27DB-BD31-4B8C-83A1-F6EECF244321}">
                <p14:modId xmlns:p14="http://schemas.microsoft.com/office/powerpoint/2010/main" val="3221427890"/>
              </p:ext>
            </p:extLst>
          </p:nvPr>
        </p:nvGraphicFramePr>
        <p:xfrm>
          <a:off x="913493" y="1324769"/>
          <a:ext cx="10218975" cy="3897270"/>
        </p:xfrm>
        <a:graphic>
          <a:graphicData uri="http://schemas.openxmlformats.org/drawingml/2006/table">
            <a:tbl>
              <a:tblPr firstRow="1" firstCol="1" bandRow="1">
                <a:noFill/>
                <a:tableStyleId>{1E1B34E9-0A65-4B29-B03F-8D4661A3B949}</a:tableStyleId>
              </a:tblPr>
              <a:tblGrid>
                <a:gridCol w="440375">
                  <a:extLst>
                    <a:ext uri="{9D8B030D-6E8A-4147-A177-3AD203B41FA5}">
                      <a16:colId xmlns:a16="http://schemas.microsoft.com/office/drawing/2014/main" val="20000"/>
                    </a:ext>
                  </a:extLst>
                </a:gridCol>
                <a:gridCol w="4375050">
                  <a:extLst>
                    <a:ext uri="{9D8B030D-6E8A-4147-A177-3AD203B41FA5}">
                      <a16:colId xmlns:a16="http://schemas.microsoft.com/office/drawing/2014/main" val="20001"/>
                    </a:ext>
                  </a:extLst>
                </a:gridCol>
                <a:gridCol w="1321125">
                  <a:extLst>
                    <a:ext uri="{9D8B030D-6E8A-4147-A177-3AD203B41FA5}">
                      <a16:colId xmlns:a16="http://schemas.microsoft.com/office/drawing/2014/main" val="20002"/>
                    </a:ext>
                  </a:extLst>
                </a:gridCol>
                <a:gridCol w="2041575">
                  <a:extLst>
                    <a:ext uri="{9D8B030D-6E8A-4147-A177-3AD203B41FA5}">
                      <a16:colId xmlns:a16="http://schemas.microsoft.com/office/drawing/2014/main" val="20003"/>
                    </a:ext>
                  </a:extLst>
                </a:gridCol>
                <a:gridCol w="2040850">
                  <a:extLst>
                    <a:ext uri="{9D8B030D-6E8A-4147-A177-3AD203B41FA5}">
                      <a16:colId xmlns:a16="http://schemas.microsoft.com/office/drawing/2014/main" val="20004"/>
                    </a:ext>
                  </a:extLst>
                </a:gridCol>
              </a:tblGrid>
              <a:tr h="343850">
                <a:tc>
                  <a:txBody>
                    <a:bodyPr/>
                    <a:lstStyle/>
                    <a:p>
                      <a:pPr marL="0" marR="0" lvl="0" indent="0" algn="l" rtl="0">
                        <a:spcBef>
                          <a:spcPts val="0"/>
                        </a:spcBef>
                        <a:spcAft>
                          <a:spcPts val="0"/>
                        </a:spcAft>
                        <a:buNone/>
                      </a:pPr>
                      <a:r>
                        <a:rPr lang="en-US" sz="1400" u="none" strike="noStrike" cap="none">
                          <a:latin typeface="Calibri"/>
                          <a:ea typeface="Calibri"/>
                          <a:cs typeface="Calibri"/>
                          <a:sym typeface="Calibri"/>
                        </a:rPr>
                        <a:t>#</a:t>
                      </a:r>
                      <a:endParaRPr sz="1400" u="none" strike="noStrike" cap="none">
                        <a:latin typeface="Calibri"/>
                        <a:ea typeface="Calibri"/>
                        <a:cs typeface="Calibri"/>
                        <a:sym typeface="Calibri"/>
                      </a:endParaRPr>
                    </a:p>
                  </a:txBody>
                  <a:tcPr marL="9525" marR="9525" marT="9525" marB="0" anchor="ctr">
                    <a:solidFill>
                      <a:schemeClr val="tx1">
                        <a:lumMod val="50000"/>
                      </a:schemeClr>
                    </a:solidFill>
                  </a:tcPr>
                </a:tc>
                <a:tc>
                  <a:txBody>
                    <a:bodyPr/>
                    <a:lstStyle/>
                    <a:p>
                      <a:pPr marL="0" marR="0" lvl="0" indent="0" algn="l" rtl="0">
                        <a:spcBef>
                          <a:spcPts val="0"/>
                        </a:spcBef>
                        <a:spcAft>
                          <a:spcPts val="0"/>
                        </a:spcAft>
                        <a:buNone/>
                      </a:pPr>
                      <a:r>
                        <a:rPr lang="en-US" sz="1400" u="none" strike="noStrike" cap="none">
                          <a:latin typeface="Calibri"/>
                          <a:ea typeface="Calibri"/>
                          <a:cs typeface="Calibri"/>
                          <a:sym typeface="Calibri"/>
                        </a:rPr>
                        <a:t>Resources</a:t>
                      </a:r>
                      <a:endParaRPr sz="1400" u="none" strike="noStrike" cap="none">
                        <a:latin typeface="Calibri"/>
                        <a:ea typeface="Calibri"/>
                        <a:cs typeface="Calibri"/>
                        <a:sym typeface="Calibri"/>
                      </a:endParaRPr>
                    </a:p>
                  </a:txBody>
                  <a:tcPr marL="9525" marR="9525" marT="9525" marB="0" anchor="ctr">
                    <a:solidFill>
                      <a:schemeClr val="tx1">
                        <a:lumMod val="50000"/>
                      </a:schemeClr>
                    </a:solidFill>
                  </a:tcPr>
                </a:tc>
                <a:tc>
                  <a:txBody>
                    <a:bodyPr/>
                    <a:lstStyle/>
                    <a:p>
                      <a:pPr marL="0" marR="0" lvl="0" indent="0" algn="l" rtl="0">
                        <a:spcBef>
                          <a:spcPts val="0"/>
                        </a:spcBef>
                        <a:spcAft>
                          <a:spcPts val="0"/>
                        </a:spcAft>
                        <a:buNone/>
                      </a:pPr>
                      <a:r>
                        <a:rPr lang="en-US" sz="1400" u="none" strike="noStrike" cap="none">
                          <a:latin typeface="Calibri"/>
                          <a:ea typeface="Calibri"/>
                          <a:cs typeface="Calibri"/>
                          <a:sym typeface="Calibri"/>
                        </a:rPr>
                        <a:t>FTE</a:t>
                      </a:r>
                      <a:endParaRPr sz="1400" u="none" strike="noStrike" cap="none">
                        <a:latin typeface="Calibri"/>
                        <a:ea typeface="Calibri"/>
                        <a:cs typeface="Calibri"/>
                        <a:sym typeface="Calibri"/>
                      </a:endParaRPr>
                    </a:p>
                  </a:txBody>
                  <a:tcPr marL="9525" marR="9525" marT="9525" marB="0" anchor="ctr">
                    <a:solidFill>
                      <a:schemeClr val="tx1">
                        <a:lumMod val="50000"/>
                      </a:schemeClr>
                    </a:solidFill>
                  </a:tcPr>
                </a:tc>
                <a:tc>
                  <a:txBody>
                    <a:bodyPr/>
                    <a:lstStyle/>
                    <a:p>
                      <a:pPr marL="0" marR="0" lvl="0" indent="0" algn="l" rtl="0">
                        <a:spcBef>
                          <a:spcPts val="0"/>
                        </a:spcBef>
                        <a:spcAft>
                          <a:spcPts val="0"/>
                        </a:spcAft>
                        <a:buNone/>
                      </a:pPr>
                      <a:r>
                        <a:rPr lang="en-US" sz="1400" u="none" strike="noStrike" cap="none">
                          <a:latin typeface="Calibri"/>
                          <a:ea typeface="Calibri"/>
                          <a:cs typeface="Calibri"/>
                          <a:sym typeface="Calibri"/>
                        </a:rPr>
                        <a:t>Department</a:t>
                      </a:r>
                      <a:endParaRPr sz="1400" u="none" strike="noStrike" cap="none">
                        <a:latin typeface="Calibri"/>
                        <a:ea typeface="Calibri"/>
                        <a:cs typeface="Calibri"/>
                        <a:sym typeface="Calibri"/>
                      </a:endParaRPr>
                    </a:p>
                  </a:txBody>
                  <a:tcPr marL="9525" marR="9525" marT="9525" marB="0" anchor="ctr">
                    <a:solidFill>
                      <a:schemeClr val="tx1">
                        <a:lumMod val="50000"/>
                      </a:schemeClr>
                    </a:solidFill>
                  </a:tcPr>
                </a:tc>
                <a:tc>
                  <a:txBody>
                    <a:bodyPr/>
                    <a:lstStyle/>
                    <a:p>
                      <a:pPr marL="0" marR="0" lvl="0" indent="0" algn="l" rtl="0">
                        <a:spcBef>
                          <a:spcPts val="0"/>
                        </a:spcBef>
                        <a:spcAft>
                          <a:spcPts val="0"/>
                        </a:spcAft>
                        <a:buNone/>
                      </a:pPr>
                      <a:r>
                        <a:rPr lang="en-US" sz="1400" u="none" strike="noStrike" cap="none" dirty="0">
                          <a:latin typeface="Calibri"/>
                          <a:ea typeface="Calibri"/>
                          <a:cs typeface="Calibri"/>
                          <a:sym typeface="Calibri"/>
                        </a:rPr>
                        <a:t>Notes</a:t>
                      </a:r>
                      <a:endParaRPr sz="1400" u="none" strike="noStrike" cap="none" dirty="0">
                        <a:latin typeface="Calibri"/>
                        <a:ea typeface="Calibri"/>
                        <a:cs typeface="Calibri"/>
                        <a:sym typeface="Calibri"/>
                      </a:endParaRPr>
                    </a:p>
                  </a:txBody>
                  <a:tcPr marL="9525" marR="9525" marT="9525" marB="0" anchor="ctr">
                    <a:solidFill>
                      <a:schemeClr val="tx1">
                        <a:lumMod val="50000"/>
                      </a:schemeClr>
                    </a:solidFill>
                  </a:tcPr>
                </a:tc>
                <a:extLst>
                  <a:ext uri="{0D108BD9-81ED-4DB2-BD59-A6C34878D82A}">
                    <a16:rowId xmlns:a16="http://schemas.microsoft.com/office/drawing/2014/main" val="10000"/>
                  </a:ext>
                </a:extLst>
              </a:tr>
              <a:tr h="248850">
                <a:tc>
                  <a:txBody>
                    <a:bodyPr/>
                    <a:lstStyle/>
                    <a:p>
                      <a:pPr marL="0" marR="0" lvl="0" indent="0" algn="ctr" rtl="0">
                        <a:spcBef>
                          <a:spcPts val="0"/>
                        </a:spcBef>
                        <a:spcAft>
                          <a:spcPts val="0"/>
                        </a:spcAft>
                        <a:buNone/>
                      </a:pPr>
                      <a:r>
                        <a:rPr lang="en-US" sz="1400" u="none" strike="noStrike" cap="none" dirty="0">
                          <a:latin typeface="Calibri"/>
                          <a:ea typeface="Calibri"/>
                          <a:cs typeface="Calibri"/>
                          <a:sym typeface="Calibri"/>
                        </a:rPr>
                        <a:t>1</a:t>
                      </a:r>
                      <a:endParaRPr sz="1400" u="none" strike="noStrike" cap="none" dirty="0">
                        <a:latin typeface="Calibri"/>
                        <a:ea typeface="Calibri"/>
                        <a:cs typeface="Calibri"/>
                        <a:sym typeface="Calibri"/>
                      </a:endParaRPr>
                    </a:p>
                  </a:txBody>
                  <a:tcPr marL="9525" marR="9525" marT="9525" marB="0">
                    <a:solidFill>
                      <a:schemeClr val="bg2">
                        <a:lumMod val="75000"/>
                      </a:schemeClr>
                    </a:solidFill>
                  </a:tcPr>
                </a:tc>
                <a:tc>
                  <a:txBody>
                    <a:bodyPr/>
                    <a:lstStyle/>
                    <a:p>
                      <a:pPr marL="0" marR="0" lvl="0" indent="0" algn="l" rtl="0">
                        <a:spcBef>
                          <a:spcPts val="0"/>
                        </a:spcBef>
                        <a:spcAft>
                          <a:spcPts val="0"/>
                        </a:spcAft>
                        <a:buNone/>
                      </a:pPr>
                      <a:endParaRPr sz="1600" u="none" strike="noStrike" cap="none" dirty="0">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25" marR="9525" marT="9525" marB="0"/>
                </a:tc>
                <a:tc>
                  <a:txBody>
                    <a:bodyPr/>
                    <a:lstStyle/>
                    <a:p>
                      <a:pPr marL="0" marR="0" lvl="0" indent="0" algn="l" rtl="0">
                        <a:spcBef>
                          <a:spcPts val="0"/>
                        </a:spcBef>
                        <a:spcAft>
                          <a:spcPts val="0"/>
                        </a:spcAft>
                        <a:buNone/>
                      </a:pPr>
                      <a:endParaRPr sz="1600" u="none" strike="noStrike" cap="none" dirty="0">
                        <a:latin typeface="Calibri"/>
                        <a:ea typeface="Calibri"/>
                        <a:cs typeface="Calibri"/>
                        <a:sym typeface="Calibri"/>
                      </a:endParaRPr>
                    </a:p>
                  </a:txBody>
                  <a:tcPr marL="9525" marR="9525" marT="9525" marB="0"/>
                </a:tc>
                <a:extLst>
                  <a:ext uri="{0D108BD9-81ED-4DB2-BD59-A6C34878D82A}">
                    <a16:rowId xmlns:a16="http://schemas.microsoft.com/office/drawing/2014/main" val="10001"/>
                  </a:ext>
                </a:extLst>
              </a:tr>
              <a:tr h="259675">
                <a:tc>
                  <a:txBody>
                    <a:bodyPr/>
                    <a:lstStyle/>
                    <a:p>
                      <a:pPr marL="0" marR="0" lvl="0" indent="0" algn="ctr" rtl="0">
                        <a:spcBef>
                          <a:spcPts val="0"/>
                        </a:spcBef>
                        <a:spcAft>
                          <a:spcPts val="0"/>
                        </a:spcAft>
                        <a:buNone/>
                      </a:pPr>
                      <a:r>
                        <a:rPr lang="en-US" sz="1400" u="none" strike="noStrike" cap="none">
                          <a:latin typeface="Calibri"/>
                          <a:ea typeface="Calibri"/>
                          <a:cs typeface="Calibri"/>
                          <a:sym typeface="Calibri"/>
                        </a:rPr>
                        <a:t>2</a:t>
                      </a:r>
                      <a:endParaRPr sz="1400" u="none" strike="noStrike" cap="none">
                        <a:latin typeface="Calibri"/>
                        <a:ea typeface="Calibri"/>
                        <a:cs typeface="Calibri"/>
                        <a:sym typeface="Calibri"/>
                      </a:endParaRPr>
                    </a:p>
                  </a:txBody>
                  <a:tcPr marL="9525" marR="9525" marT="9525" marB="0">
                    <a:solidFill>
                      <a:schemeClr val="bg2">
                        <a:lumMod val="75000"/>
                      </a:schemeClr>
                    </a:solidFill>
                  </a:tcPr>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2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25" marR="9525" marT="9525" marB="0"/>
                </a:tc>
                <a:extLst>
                  <a:ext uri="{0D108BD9-81ED-4DB2-BD59-A6C34878D82A}">
                    <a16:rowId xmlns:a16="http://schemas.microsoft.com/office/drawing/2014/main" val="10002"/>
                  </a:ext>
                </a:extLst>
              </a:tr>
              <a:tr h="248850">
                <a:tc>
                  <a:txBody>
                    <a:bodyPr/>
                    <a:lstStyle/>
                    <a:p>
                      <a:pPr marL="0" marR="0" lvl="0" indent="0" algn="ctr" rtl="0">
                        <a:spcBef>
                          <a:spcPts val="0"/>
                        </a:spcBef>
                        <a:spcAft>
                          <a:spcPts val="0"/>
                        </a:spcAft>
                        <a:buNone/>
                      </a:pPr>
                      <a:r>
                        <a:rPr lang="en-US" sz="1400" u="none" strike="noStrike" cap="none" dirty="0">
                          <a:latin typeface="Calibri"/>
                          <a:ea typeface="Calibri"/>
                          <a:cs typeface="Calibri"/>
                          <a:sym typeface="Calibri"/>
                        </a:rPr>
                        <a:t>3</a:t>
                      </a:r>
                      <a:endParaRPr sz="1400" u="none" strike="noStrike" cap="none" dirty="0">
                        <a:latin typeface="Calibri"/>
                        <a:ea typeface="Calibri"/>
                        <a:cs typeface="Calibri"/>
                        <a:sym typeface="Calibri"/>
                      </a:endParaRPr>
                    </a:p>
                  </a:txBody>
                  <a:tcPr marL="9525" marR="9525" marT="9525" marB="0">
                    <a:solidFill>
                      <a:schemeClr val="bg2">
                        <a:lumMod val="75000"/>
                      </a:schemeClr>
                    </a:solidFill>
                  </a:tcPr>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2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25" marR="9525" marT="9525" marB="0"/>
                </a:tc>
                <a:extLst>
                  <a:ext uri="{0D108BD9-81ED-4DB2-BD59-A6C34878D82A}">
                    <a16:rowId xmlns:a16="http://schemas.microsoft.com/office/drawing/2014/main" val="10003"/>
                  </a:ext>
                </a:extLst>
              </a:tr>
              <a:tr h="248850">
                <a:tc>
                  <a:txBody>
                    <a:bodyPr/>
                    <a:lstStyle/>
                    <a:p>
                      <a:pPr marL="0" marR="0" lvl="0" indent="0" algn="ctr" rtl="0">
                        <a:spcBef>
                          <a:spcPts val="0"/>
                        </a:spcBef>
                        <a:spcAft>
                          <a:spcPts val="0"/>
                        </a:spcAft>
                        <a:buNone/>
                      </a:pPr>
                      <a:r>
                        <a:rPr lang="en-US" sz="1400" u="none" strike="noStrike" cap="none" dirty="0">
                          <a:latin typeface="Calibri"/>
                          <a:ea typeface="Calibri"/>
                          <a:cs typeface="Calibri"/>
                          <a:sym typeface="Calibri"/>
                        </a:rPr>
                        <a:t>4</a:t>
                      </a:r>
                      <a:endParaRPr sz="1400" u="none" strike="noStrike" cap="none" dirty="0">
                        <a:latin typeface="Calibri"/>
                        <a:ea typeface="Calibri"/>
                        <a:cs typeface="Calibri"/>
                        <a:sym typeface="Calibri"/>
                      </a:endParaRPr>
                    </a:p>
                  </a:txBody>
                  <a:tcPr marL="9525" marR="9525" marT="9525" marB="0">
                    <a:solidFill>
                      <a:schemeClr val="bg2">
                        <a:lumMod val="75000"/>
                      </a:schemeClr>
                    </a:solidFill>
                  </a:tcPr>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2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25" marR="9525" marT="9525" marB="0"/>
                </a:tc>
                <a:extLst>
                  <a:ext uri="{0D108BD9-81ED-4DB2-BD59-A6C34878D82A}">
                    <a16:rowId xmlns:a16="http://schemas.microsoft.com/office/drawing/2014/main" val="10004"/>
                  </a:ext>
                </a:extLst>
              </a:tr>
              <a:tr h="248850">
                <a:tc>
                  <a:txBody>
                    <a:bodyPr/>
                    <a:lstStyle/>
                    <a:p>
                      <a:pPr marL="0" marR="0" lvl="0" indent="0" algn="ctr" rtl="0">
                        <a:spcBef>
                          <a:spcPts val="0"/>
                        </a:spcBef>
                        <a:spcAft>
                          <a:spcPts val="0"/>
                        </a:spcAft>
                        <a:buNone/>
                      </a:pPr>
                      <a:r>
                        <a:rPr lang="en-US" sz="1400" u="none" strike="noStrike" cap="none" dirty="0">
                          <a:latin typeface="Calibri"/>
                          <a:ea typeface="Calibri"/>
                          <a:cs typeface="Calibri"/>
                          <a:sym typeface="Calibri"/>
                        </a:rPr>
                        <a:t>5</a:t>
                      </a:r>
                      <a:endParaRPr sz="1400" u="none" strike="noStrike" cap="none" dirty="0">
                        <a:latin typeface="Calibri"/>
                        <a:ea typeface="Calibri"/>
                        <a:cs typeface="Calibri"/>
                        <a:sym typeface="Calibri"/>
                      </a:endParaRPr>
                    </a:p>
                  </a:txBody>
                  <a:tcPr marL="9525" marR="9525" marT="9525" marB="0">
                    <a:solidFill>
                      <a:schemeClr val="bg2">
                        <a:lumMod val="75000"/>
                      </a:schemeClr>
                    </a:solidFill>
                  </a:tcPr>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2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25" marR="9525" marT="9525" marB="0"/>
                </a:tc>
                <a:extLst>
                  <a:ext uri="{0D108BD9-81ED-4DB2-BD59-A6C34878D82A}">
                    <a16:rowId xmlns:a16="http://schemas.microsoft.com/office/drawing/2014/main" val="10005"/>
                  </a:ext>
                </a:extLst>
              </a:tr>
              <a:tr h="248850">
                <a:tc>
                  <a:txBody>
                    <a:bodyPr/>
                    <a:lstStyle/>
                    <a:p>
                      <a:pPr marL="0" marR="0" lvl="0" indent="0" algn="ctr" rtl="0">
                        <a:spcBef>
                          <a:spcPts val="0"/>
                        </a:spcBef>
                        <a:spcAft>
                          <a:spcPts val="0"/>
                        </a:spcAft>
                        <a:buNone/>
                      </a:pPr>
                      <a:r>
                        <a:rPr lang="en-US" sz="1400" u="none" strike="noStrike" cap="none" dirty="0">
                          <a:latin typeface="Calibri"/>
                          <a:ea typeface="Calibri"/>
                          <a:cs typeface="Calibri"/>
                          <a:sym typeface="Calibri"/>
                        </a:rPr>
                        <a:t>6</a:t>
                      </a:r>
                      <a:endParaRPr sz="1400" u="none" strike="noStrike" cap="none" dirty="0">
                        <a:latin typeface="Calibri"/>
                        <a:ea typeface="Calibri"/>
                        <a:cs typeface="Calibri"/>
                        <a:sym typeface="Calibri"/>
                      </a:endParaRPr>
                    </a:p>
                  </a:txBody>
                  <a:tcPr marL="9525" marR="9525" marT="9525" marB="0">
                    <a:solidFill>
                      <a:schemeClr val="bg2">
                        <a:lumMod val="75000"/>
                      </a:schemeClr>
                    </a:solidFill>
                  </a:tcPr>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2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25" marR="9525" marT="9525" marB="0"/>
                </a:tc>
                <a:extLst>
                  <a:ext uri="{0D108BD9-81ED-4DB2-BD59-A6C34878D82A}">
                    <a16:rowId xmlns:a16="http://schemas.microsoft.com/office/drawing/2014/main" val="10006"/>
                  </a:ext>
                </a:extLst>
              </a:tr>
              <a:tr h="248850">
                <a:tc>
                  <a:txBody>
                    <a:bodyPr/>
                    <a:lstStyle/>
                    <a:p>
                      <a:pPr marL="0" marR="0" lvl="0" indent="0" algn="ctr" rtl="0">
                        <a:spcBef>
                          <a:spcPts val="0"/>
                        </a:spcBef>
                        <a:spcAft>
                          <a:spcPts val="0"/>
                        </a:spcAft>
                        <a:buNone/>
                      </a:pPr>
                      <a:r>
                        <a:rPr lang="en-US" sz="1400" u="none" strike="noStrike" cap="none">
                          <a:latin typeface="Calibri"/>
                          <a:ea typeface="Calibri"/>
                          <a:cs typeface="Calibri"/>
                          <a:sym typeface="Calibri"/>
                        </a:rPr>
                        <a:t>7</a:t>
                      </a:r>
                      <a:endParaRPr sz="1400" u="none" strike="noStrike" cap="none">
                        <a:latin typeface="Calibri"/>
                        <a:ea typeface="Calibri"/>
                        <a:cs typeface="Calibri"/>
                        <a:sym typeface="Calibri"/>
                      </a:endParaRPr>
                    </a:p>
                  </a:txBody>
                  <a:tcPr marL="9525" marR="9525" marT="9525" marB="0">
                    <a:solidFill>
                      <a:schemeClr val="bg2">
                        <a:lumMod val="75000"/>
                      </a:schemeClr>
                    </a:solidFill>
                  </a:tcPr>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dirty="0">
                        <a:latin typeface="Calibri"/>
                        <a:ea typeface="Calibri"/>
                        <a:cs typeface="Calibri"/>
                        <a:sym typeface="Calibri"/>
                      </a:endParaRPr>
                    </a:p>
                  </a:txBody>
                  <a:tcPr marL="952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25" marR="9525" marT="9525" marB="0"/>
                </a:tc>
                <a:extLst>
                  <a:ext uri="{0D108BD9-81ED-4DB2-BD59-A6C34878D82A}">
                    <a16:rowId xmlns:a16="http://schemas.microsoft.com/office/drawing/2014/main" val="10007"/>
                  </a:ext>
                </a:extLst>
              </a:tr>
              <a:tr h="248850">
                <a:tc>
                  <a:txBody>
                    <a:bodyPr/>
                    <a:lstStyle/>
                    <a:p>
                      <a:pPr marL="0" marR="0" lvl="0" indent="0" algn="ctr" rtl="0">
                        <a:spcBef>
                          <a:spcPts val="0"/>
                        </a:spcBef>
                        <a:spcAft>
                          <a:spcPts val="0"/>
                        </a:spcAft>
                        <a:buNone/>
                      </a:pPr>
                      <a:r>
                        <a:rPr lang="en-US" sz="1400" u="none" strike="noStrike" cap="none" dirty="0">
                          <a:latin typeface="Calibri"/>
                          <a:ea typeface="Calibri"/>
                          <a:cs typeface="Calibri"/>
                          <a:sym typeface="Calibri"/>
                        </a:rPr>
                        <a:t>8</a:t>
                      </a:r>
                      <a:endParaRPr sz="1400" u="none" strike="noStrike" cap="none" dirty="0">
                        <a:latin typeface="Calibri"/>
                        <a:ea typeface="Calibri"/>
                        <a:cs typeface="Calibri"/>
                        <a:sym typeface="Calibri"/>
                      </a:endParaRPr>
                    </a:p>
                  </a:txBody>
                  <a:tcPr marL="9525" marR="9525" marT="9525" marB="0">
                    <a:solidFill>
                      <a:schemeClr val="bg2">
                        <a:lumMod val="75000"/>
                      </a:schemeClr>
                    </a:solidFill>
                  </a:tcPr>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2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25" marR="9525" marT="9525" marB="0"/>
                </a:tc>
                <a:extLst>
                  <a:ext uri="{0D108BD9-81ED-4DB2-BD59-A6C34878D82A}">
                    <a16:rowId xmlns:a16="http://schemas.microsoft.com/office/drawing/2014/main" val="10008"/>
                  </a:ext>
                </a:extLst>
              </a:tr>
              <a:tr h="248850">
                <a:tc>
                  <a:txBody>
                    <a:bodyPr/>
                    <a:lstStyle/>
                    <a:p>
                      <a:pPr marL="0" marR="0" lvl="0" indent="0" algn="ctr" rtl="0">
                        <a:spcBef>
                          <a:spcPts val="0"/>
                        </a:spcBef>
                        <a:spcAft>
                          <a:spcPts val="0"/>
                        </a:spcAft>
                        <a:buNone/>
                      </a:pPr>
                      <a:r>
                        <a:rPr lang="en-US" sz="1400" u="none" strike="noStrike" cap="none" dirty="0">
                          <a:latin typeface="Calibri"/>
                          <a:ea typeface="Calibri"/>
                          <a:cs typeface="Calibri"/>
                          <a:sym typeface="Calibri"/>
                        </a:rPr>
                        <a:t>9</a:t>
                      </a:r>
                      <a:endParaRPr sz="1400" u="none" strike="noStrike" cap="none" dirty="0">
                        <a:latin typeface="Calibri"/>
                        <a:ea typeface="Calibri"/>
                        <a:cs typeface="Calibri"/>
                        <a:sym typeface="Calibri"/>
                      </a:endParaRPr>
                    </a:p>
                  </a:txBody>
                  <a:tcPr marL="9525" marR="9525" marT="9525" marB="0">
                    <a:solidFill>
                      <a:schemeClr val="bg2">
                        <a:lumMod val="75000"/>
                      </a:schemeClr>
                    </a:solidFill>
                  </a:tcPr>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dirty="0">
                        <a:latin typeface="Calibri"/>
                        <a:ea typeface="Calibri"/>
                        <a:cs typeface="Calibri"/>
                        <a:sym typeface="Calibri"/>
                      </a:endParaRPr>
                    </a:p>
                  </a:txBody>
                  <a:tcPr marL="952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25" marR="9525" marT="9525" marB="0"/>
                </a:tc>
                <a:extLst>
                  <a:ext uri="{0D108BD9-81ED-4DB2-BD59-A6C34878D82A}">
                    <a16:rowId xmlns:a16="http://schemas.microsoft.com/office/drawing/2014/main" val="10009"/>
                  </a:ext>
                </a:extLst>
              </a:tr>
              <a:tr h="248850">
                <a:tc>
                  <a:txBody>
                    <a:bodyPr/>
                    <a:lstStyle/>
                    <a:p>
                      <a:pPr marL="0" marR="0" lvl="0" indent="0" algn="ctr" rtl="0">
                        <a:spcBef>
                          <a:spcPts val="0"/>
                        </a:spcBef>
                        <a:spcAft>
                          <a:spcPts val="0"/>
                        </a:spcAft>
                        <a:buNone/>
                      </a:pPr>
                      <a:r>
                        <a:rPr lang="en-US" sz="1400" u="none" strike="noStrike" cap="none" dirty="0">
                          <a:latin typeface="Calibri"/>
                          <a:ea typeface="Calibri"/>
                          <a:cs typeface="Calibri"/>
                          <a:sym typeface="Calibri"/>
                        </a:rPr>
                        <a:t>10</a:t>
                      </a:r>
                      <a:endParaRPr sz="1400" u="none" strike="noStrike" cap="none" dirty="0">
                        <a:latin typeface="Calibri"/>
                        <a:ea typeface="Calibri"/>
                        <a:cs typeface="Calibri"/>
                        <a:sym typeface="Calibri"/>
                      </a:endParaRPr>
                    </a:p>
                  </a:txBody>
                  <a:tcPr marL="9525" marR="9525" marT="9525" marB="0">
                    <a:solidFill>
                      <a:schemeClr val="bg2">
                        <a:lumMod val="75000"/>
                      </a:schemeClr>
                    </a:solidFill>
                  </a:tcPr>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2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25" marR="9525" marT="9525" marB="0"/>
                </a:tc>
                <a:extLst>
                  <a:ext uri="{0D108BD9-81ED-4DB2-BD59-A6C34878D82A}">
                    <a16:rowId xmlns:a16="http://schemas.microsoft.com/office/drawing/2014/main" val="10010"/>
                  </a:ext>
                </a:extLst>
              </a:tr>
              <a:tr h="248850">
                <a:tc>
                  <a:txBody>
                    <a:bodyPr/>
                    <a:lstStyle/>
                    <a:p>
                      <a:pPr marL="0" marR="0" lvl="0" indent="0" algn="ctr" rtl="0">
                        <a:spcBef>
                          <a:spcPts val="0"/>
                        </a:spcBef>
                        <a:spcAft>
                          <a:spcPts val="0"/>
                        </a:spcAft>
                        <a:buNone/>
                      </a:pPr>
                      <a:r>
                        <a:rPr lang="en-US" sz="1400" u="none" strike="noStrike" cap="none" dirty="0">
                          <a:latin typeface="Calibri"/>
                          <a:ea typeface="Calibri"/>
                          <a:cs typeface="Calibri"/>
                          <a:sym typeface="Calibri"/>
                        </a:rPr>
                        <a:t>11</a:t>
                      </a:r>
                      <a:endParaRPr sz="1400" u="none" strike="noStrike" cap="none" dirty="0">
                        <a:latin typeface="Calibri"/>
                        <a:ea typeface="Calibri"/>
                        <a:cs typeface="Calibri"/>
                        <a:sym typeface="Calibri"/>
                      </a:endParaRPr>
                    </a:p>
                  </a:txBody>
                  <a:tcPr marL="9525" marR="9525" marT="9525" marB="0">
                    <a:solidFill>
                      <a:schemeClr val="bg2">
                        <a:lumMod val="75000"/>
                      </a:schemeClr>
                    </a:solidFill>
                  </a:tcPr>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2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25" marR="9525" marT="9525" marB="0"/>
                </a:tc>
                <a:extLst>
                  <a:ext uri="{0D108BD9-81ED-4DB2-BD59-A6C34878D82A}">
                    <a16:rowId xmlns:a16="http://schemas.microsoft.com/office/drawing/2014/main" val="10011"/>
                  </a:ext>
                </a:extLst>
              </a:tr>
              <a:tr h="248850">
                <a:tc>
                  <a:txBody>
                    <a:bodyPr/>
                    <a:lstStyle/>
                    <a:p>
                      <a:pPr marL="0" marR="0" lvl="0" indent="0" algn="ctr" rtl="0">
                        <a:spcBef>
                          <a:spcPts val="0"/>
                        </a:spcBef>
                        <a:spcAft>
                          <a:spcPts val="0"/>
                        </a:spcAft>
                        <a:buNone/>
                      </a:pPr>
                      <a:r>
                        <a:rPr lang="en-US" sz="1400" u="none" strike="noStrike" cap="none" dirty="0">
                          <a:latin typeface="Calibri"/>
                          <a:ea typeface="Calibri"/>
                          <a:cs typeface="Calibri"/>
                          <a:sym typeface="Calibri"/>
                        </a:rPr>
                        <a:t>12</a:t>
                      </a:r>
                      <a:endParaRPr sz="1400" u="none" strike="noStrike" cap="none" dirty="0">
                        <a:latin typeface="Calibri"/>
                        <a:ea typeface="Calibri"/>
                        <a:cs typeface="Calibri"/>
                        <a:sym typeface="Calibri"/>
                      </a:endParaRPr>
                    </a:p>
                  </a:txBody>
                  <a:tcPr marL="9525" marR="9525" marT="9525" marB="0">
                    <a:solidFill>
                      <a:schemeClr val="bg2">
                        <a:lumMod val="75000"/>
                      </a:schemeClr>
                    </a:solidFill>
                  </a:tcPr>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2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25" marR="9525" marT="9525" marB="0"/>
                </a:tc>
                <a:extLst>
                  <a:ext uri="{0D108BD9-81ED-4DB2-BD59-A6C34878D82A}">
                    <a16:rowId xmlns:a16="http://schemas.microsoft.com/office/drawing/2014/main" val="10012"/>
                  </a:ext>
                </a:extLst>
              </a:tr>
              <a:tr h="248850">
                <a:tc>
                  <a:txBody>
                    <a:bodyPr/>
                    <a:lstStyle/>
                    <a:p>
                      <a:pPr marL="0" marR="0" lvl="0" indent="0" algn="ctr" rtl="0">
                        <a:spcBef>
                          <a:spcPts val="0"/>
                        </a:spcBef>
                        <a:spcAft>
                          <a:spcPts val="0"/>
                        </a:spcAft>
                        <a:buNone/>
                      </a:pPr>
                      <a:r>
                        <a:rPr lang="en-US" sz="1400" u="none" strike="noStrike" cap="none" dirty="0">
                          <a:latin typeface="Calibri"/>
                          <a:ea typeface="Calibri"/>
                          <a:cs typeface="Calibri"/>
                          <a:sym typeface="Calibri"/>
                        </a:rPr>
                        <a:t>13</a:t>
                      </a:r>
                      <a:endParaRPr sz="1400" u="none" strike="noStrike" cap="none" dirty="0">
                        <a:latin typeface="Calibri"/>
                        <a:ea typeface="Calibri"/>
                        <a:cs typeface="Calibri"/>
                        <a:sym typeface="Calibri"/>
                      </a:endParaRPr>
                    </a:p>
                  </a:txBody>
                  <a:tcPr marL="9525" marR="9525" marT="9525" marB="0">
                    <a:solidFill>
                      <a:schemeClr val="bg2">
                        <a:lumMod val="75000"/>
                      </a:schemeClr>
                    </a:solidFill>
                  </a:tcPr>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2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25" marR="9525" marT="9525" marB="0"/>
                </a:tc>
                <a:extLst>
                  <a:ext uri="{0D108BD9-81ED-4DB2-BD59-A6C34878D82A}">
                    <a16:rowId xmlns:a16="http://schemas.microsoft.com/office/drawing/2014/main" val="10013"/>
                  </a:ext>
                </a:extLst>
              </a:tr>
              <a:tr h="248850">
                <a:tc>
                  <a:txBody>
                    <a:bodyPr/>
                    <a:lstStyle/>
                    <a:p>
                      <a:pPr marL="0" marR="0" lvl="0" indent="0" algn="ctr" rtl="0">
                        <a:spcBef>
                          <a:spcPts val="0"/>
                        </a:spcBef>
                        <a:spcAft>
                          <a:spcPts val="0"/>
                        </a:spcAft>
                        <a:buNone/>
                      </a:pPr>
                      <a:r>
                        <a:rPr lang="en-US" sz="1400" u="none" strike="noStrike" cap="none" dirty="0">
                          <a:latin typeface="Calibri"/>
                          <a:ea typeface="Calibri"/>
                          <a:cs typeface="Calibri"/>
                          <a:sym typeface="Calibri"/>
                        </a:rPr>
                        <a:t>14</a:t>
                      </a:r>
                      <a:endParaRPr sz="1400" u="none" strike="noStrike" cap="none" dirty="0">
                        <a:latin typeface="Calibri"/>
                        <a:ea typeface="Calibri"/>
                        <a:cs typeface="Calibri"/>
                        <a:sym typeface="Calibri"/>
                      </a:endParaRPr>
                    </a:p>
                  </a:txBody>
                  <a:tcPr marL="9525" marR="9525" marT="9525" marB="0">
                    <a:solidFill>
                      <a:schemeClr val="bg2">
                        <a:lumMod val="75000"/>
                      </a:schemeClr>
                    </a:solidFill>
                  </a:tcPr>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875" marR="9525" marT="9525" marB="0"/>
                </a:tc>
                <a:tc>
                  <a:txBody>
                    <a:bodyPr/>
                    <a:lstStyle/>
                    <a:p>
                      <a:pPr marL="0" marR="0" lvl="0" indent="0" algn="l" rtl="0">
                        <a:spcBef>
                          <a:spcPts val="0"/>
                        </a:spcBef>
                        <a:spcAft>
                          <a:spcPts val="0"/>
                        </a:spcAft>
                        <a:buNone/>
                      </a:pPr>
                      <a:endParaRPr sz="1600" u="none" strike="noStrike" cap="none">
                        <a:latin typeface="Calibri"/>
                        <a:ea typeface="Calibri"/>
                        <a:cs typeface="Calibri"/>
                        <a:sym typeface="Calibri"/>
                      </a:endParaRPr>
                    </a:p>
                  </a:txBody>
                  <a:tcPr marL="9525" marR="9525" marT="9525" marB="0"/>
                </a:tc>
                <a:tc>
                  <a:txBody>
                    <a:bodyPr/>
                    <a:lstStyle/>
                    <a:p>
                      <a:pPr marL="0" marR="0" lvl="0" indent="0" algn="l" rtl="0">
                        <a:spcBef>
                          <a:spcPts val="0"/>
                        </a:spcBef>
                        <a:spcAft>
                          <a:spcPts val="0"/>
                        </a:spcAft>
                        <a:buNone/>
                      </a:pPr>
                      <a:endParaRPr sz="1600" u="none" strike="noStrike" cap="none" dirty="0">
                        <a:latin typeface="Calibri"/>
                        <a:ea typeface="Calibri"/>
                        <a:cs typeface="Calibri"/>
                        <a:sym typeface="Calibri"/>
                      </a:endParaRPr>
                    </a:p>
                  </a:txBody>
                  <a:tcPr marL="9525" marR="9525" marT="9525" marB="0"/>
                </a:tc>
                <a:extLst>
                  <a:ext uri="{0D108BD9-81ED-4DB2-BD59-A6C34878D82A}">
                    <a16:rowId xmlns:a16="http://schemas.microsoft.com/office/drawing/2014/main" val="1001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graphicFrame>
        <p:nvGraphicFramePr>
          <p:cNvPr id="576" name="Google Shape;576;p8"/>
          <p:cNvGraphicFramePr/>
          <p:nvPr>
            <p:extLst>
              <p:ext uri="{D42A27DB-BD31-4B8C-83A1-F6EECF244321}">
                <p14:modId xmlns:p14="http://schemas.microsoft.com/office/powerpoint/2010/main" val="102781681"/>
              </p:ext>
            </p:extLst>
          </p:nvPr>
        </p:nvGraphicFramePr>
        <p:xfrm>
          <a:off x="7567863" y="2002640"/>
          <a:ext cx="4603229" cy="3986850"/>
        </p:xfrm>
        <a:graphic>
          <a:graphicData uri="http://schemas.openxmlformats.org/drawingml/2006/table">
            <a:tbl>
              <a:tblPr firstRow="1" bandRow="1">
                <a:noFill/>
                <a:tableStyleId>{1E1B34E9-0A65-4B29-B03F-8D4661A3B949}</a:tableStyleId>
              </a:tblPr>
              <a:tblGrid>
                <a:gridCol w="1025150">
                  <a:extLst>
                    <a:ext uri="{9D8B030D-6E8A-4147-A177-3AD203B41FA5}">
                      <a16:colId xmlns:a16="http://schemas.microsoft.com/office/drawing/2014/main" val="20000"/>
                    </a:ext>
                  </a:extLst>
                </a:gridCol>
                <a:gridCol w="704525">
                  <a:extLst>
                    <a:ext uri="{9D8B030D-6E8A-4147-A177-3AD203B41FA5}">
                      <a16:colId xmlns:a16="http://schemas.microsoft.com/office/drawing/2014/main" val="20001"/>
                    </a:ext>
                  </a:extLst>
                </a:gridCol>
                <a:gridCol w="757319">
                  <a:extLst>
                    <a:ext uri="{9D8B030D-6E8A-4147-A177-3AD203B41FA5}">
                      <a16:colId xmlns:a16="http://schemas.microsoft.com/office/drawing/2014/main" val="20002"/>
                    </a:ext>
                  </a:extLst>
                </a:gridCol>
                <a:gridCol w="672975">
                  <a:extLst>
                    <a:ext uri="{9D8B030D-6E8A-4147-A177-3AD203B41FA5}">
                      <a16:colId xmlns:a16="http://schemas.microsoft.com/office/drawing/2014/main" val="20003"/>
                    </a:ext>
                  </a:extLst>
                </a:gridCol>
                <a:gridCol w="714043">
                  <a:extLst>
                    <a:ext uri="{9D8B030D-6E8A-4147-A177-3AD203B41FA5}">
                      <a16:colId xmlns:a16="http://schemas.microsoft.com/office/drawing/2014/main" val="20004"/>
                    </a:ext>
                  </a:extLst>
                </a:gridCol>
                <a:gridCol w="729217">
                  <a:extLst>
                    <a:ext uri="{9D8B030D-6E8A-4147-A177-3AD203B41FA5}">
                      <a16:colId xmlns:a16="http://schemas.microsoft.com/office/drawing/2014/main" val="20005"/>
                    </a:ext>
                  </a:extLst>
                </a:gridCol>
              </a:tblGrid>
              <a:tr h="356012">
                <a:tc gridSpan="6">
                  <a:txBody>
                    <a:bodyPr/>
                    <a:lstStyle/>
                    <a:p>
                      <a:pPr marL="0" marR="0" lvl="0" indent="0" algn="ctr" rtl="0">
                        <a:spcBef>
                          <a:spcPts val="0"/>
                        </a:spcBef>
                        <a:spcAft>
                          <a:spcPts val="0"/>
                        </a:spcAft>
                        <a:buNone/>
                      </a:pPr>
                      <a:r>
                        <a:rPr lang="en-US" sz="1400" dirty="0">
                          <a:latin typeface="Calibri" panose="020F0502020204030204" pitchFamily="34" charset="0"/>
                          <a:ea typeface="Quattrocento Sans"/>
                          <a:cs typeface="Calibri" panose="020F0502020204030204" pitchFamily="34" charset="0"/>
                          <a:sym typeface="Quattrocento Sans"/>
                        </a:rPr>
                        <a:t>Key Milestone</a:t>
                      </a:r>
                      <a:endParaRPr sz="1800" dirty="0">
                        <a:latin typeface="Calibri" panose="020F0502020204030204" pitchFamily="34" charset="0"/>
                        <a:cs typeface="Calibri" panose="020F0502020204030204" pitchFamily="34" charset="0"/>
                      </a:endParaRPr>
                    </a:p>
                  </a:txBody>
                  <a:tcPr marL="91450" marR="91450" marT="45725" marB="457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tx1">
                        <a:lumMod val="5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16936">
                <a:tc>
                  <a:txBody>
                    <a:bodyPr/>
                    <a:lstStyle/>
                    <a:p>
                      <a:pPr marL="0" marR="0" lvl="0" indent="0" algn="ctr" rtl="0">
                        <a:spcBef>
                          <a:spcPts val="0"/>
                        </a:spcBef>
                        <a:spcAft>
                          <a:spcPts val="0"/>
                        </a:spcAft>
                        <a:buNone/>
                      </a:pPr>
                      <a:r>
                        <a:rPr lang="en-US" sz="1100" b="1" dirty="0">
                          <a:latin typeface="Calibri" panose="020F0502020204030204" pitchFamily="34" charset="0"/>
                          <a:ea typeface="Quattrocento Sans"/>
                          <a:cs typeface="Calibri" panose="020F0502020204030204" pitchFamily="34" charset="0"/>
                          <a:sym typeface="Quattrocento Sans"/>
                        </a:rPr>
                        <a:t>Milestones</a:t>
                      </a:r>
                      <a:endParaRPr dirty="0">
                        <a:latin typeface="Calibri" panose="020F0502020204030204" pitchFamily="34" charset="0"/>
                        <a:cs typeface="Calibri" panose="020F0502020204030204" pitchFamily="34" charset="0"/>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DADADA"/>
                    </a:solidFill>
                  </a:tcPr>
                </a:tc>
                <a:tc>
                  <a:txBody>
                    <a:bodyPr/>
                    <a:lstStyle/>
                    <a:p>
                      <a:pPr marL="0" marR="0" lvl="0" indent="0" algn="ctr" rtl="0">
                        <a:spcBef>
                          <a:spcPts val="0"/>
                        </a:spcBef>
                        <a:spcAft>
                          <a:spcPts val="0"/>
                        </a:spcAft>
                        <a:buNone/>
                      </a:pPr>
                      <a:r>
                        <a:rPr lang="en-US" sz="1100" b="1" dirty="0">
                          <a:latin typeface="Calibri" panose="020F0502020204030204" pitchFamily="34" charset="0"/>
                          <a:ea typeface="Quattrocento Sans"/>
                          <a:cs typeface="Calibri" panose="020F0502020204030204" pitchFamily="34" charset="0"/>
                          <a:sym typeface="Quattrocento Sans"/>
                        </a:rPr>
                        <a:t>Start</a:t>
                      </a:r>
                      <a:endParaRPr dirty="0">
                        <a:latin typeface="Calibri" panose="020F0502020204030204" pitchFamily="34" charset="0"/>
                        <a:cs typeface="Calibri" panose="020F0502020204030204" pitchFamily="34" charset="0"/>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DADADA"/>
                    </a:solidFill>
                  </a:tcPr>
                </a:tc>
                <a:tc>
                  <a:txBody>
                    <a:bodyPr/>
                    <a:lstStyle/>
                    <a:p>
                      <a:pPr marL="0" marR="0" lvl="0" indent="0" algn="ctr" rtl="0">
                        <a:spcBef>
                          <a:spcPts val="0"/>
                        </a:spcBef>
                        <a:spcAft>
                          <a:spcPts val="0"/>
                        </a:spcAft>
                        <a:buNone/>
                      </a:pPr>
                      <a:r>
                        <a:rPr lang="en-US" sz="1100" b="1" dirty="0">
                          <a:latin typeface="Calibri" panose="020F0502020204030204" pitchFamily="34" charset="0"/>
                          <a:ea typeface="Quattrocento Sans"/>
                          <a:cs typeface="Calibri" panose="020F0502020204030204" pitchFamily="34" charset="0"/>
                          <a:sym typeface="Quattrocento Sans"/>
                        </a:rPr>
                        <a:t>End</a:t>
                      </a:r>
                      <a:endParaRPr dirty="0">
                        <a:latin typeface="Calibri" panose="020F0502020204030204" pitchFamily="34" charset="0"/>
                        <a:cs typeface="Calibri" panose="020F0502020204030204" pitchFamily="34" charset="0"/>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DADADA"/>
                    </a:solidFill>
                  </a:tcPr>
                </a:tc>
                <a:tc>
                  <a:txBody>
                    <a:bodyPr/>
                    <a:lstStyle/>
                    <a:p>
                      <a:pPr marL="0" marR="0" lvl="0" indent="0" algn="ctr" rtl="0">
                        <a:spcBef>
                          <a:spcPts val="0"/>
                        </a:spcBef>
                        <a:spcAft>
                          <a:spcPts val="0"/>
                        </a:spcAft>
                        <a:buNone/>
                      </a:pPr>
                      <a:r>
                        <a:rPr lang="en-US" sz="1100" b="1" dirty="0">
                          <a:latin typeface="Calibri" panose="020F0502020204030204" pitchFamily="34" charset="0"/>
                          <a:ea typeface="Quattrocento Sans"/>
                          <a:cs typeface="Calibri" panose="020F0502020204030204" pitchFamily="34" charset="0"/>
                          <a:sym typeface="Quattrocento Sans"/>
                        </a:rPr>
                        <a:t>Revised Start</a:t>
                      </a:r>
                      <a:endParaRPr dirty="0">
                        <a:latin typeface="Calibri" panose="020F0502020204030204" pitchFamily="34" charset="0"/>
                        <a:cs typeface="Calibri" panose="020F0502020204030204" pitchFamily="34" charset="0"/>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DADADA"/>
                    </a:solidFill>
                  </a:tcPr>
                </a:tc>
                <a:tc>
                  <a:txBody>
                    <a:bodyPr/>
                    <a:lstStyle/>
                    <a:p>
                      <a:pPr marL="0" marR="0" lvl="0" indent="0" algn="ctr" rtl="0">
                        <a:spcBef>
                          <a:spcPts val="0"/>
                        </a:spcBef>
                        <a:spcAft>
                          <a:spcPts val="0"/>
                        </a:spcAft>
                        <a:buNone/>
                      </a:pPr>
                      <a:r>
                        <a:rPr lang="en-US" sz="1100" b="1" dirty="0">
                          <a:latin typeface="Calibri" panose="020F0502020204030204" pitchFamily="34" charset="0"/>
                          <a:ea typeface="Quattrocento Sans"/>
                          <a:cs typeface="Calibri" panose="020F0502020204030204" pitchFamily="34" charset="0"/>
                          <a:sym typeface="Quattrocento Sans"/>
                        </a:rPr>
                        <a:t>Revised End</a:t>
                      </a:r>
                      <a:endParaRPr dirty="0">
                        <a:latin typeface="Calibri" panose="020F0502020204030204" pitchFamily="34" charset="0"/>
                        <a:cs typeface="Calibri" panose="020F0502020204030204" pitchFamily="34" charset="0"/>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DADADA"/>
                    </a:solidFill>
                  </a:tcPr>
                </a:tc>
                <a:tc>
                  <a:txBody>
                    <a:bodyPr/>
                    <a:lstStyle/>
                    <a:p>
                      <a:pPr marL="0" marR="0" lvl="0" indent="0" algn="ctr" rtl="0">
                        <a:spcBef>
                          <a:spcPts val="0"/>
                        </a:spcBef>
                        <a:spcAft>
                          <a:spcPts val="0"/>
                        </a:spcAft>
                        <a:buNone/>
                      </a:pPr>
                      <a:r>
                        <a:rPr lang="en-US" sz="1100" b="1" dirty="0">
                          <a:latin typeface="Calibri" panose="020F0502020204030204" pitchFamily="34" charset="0"/>
                          <a:ea typeface="Quattrocento Sans"/>
                          <a:cs typeface="Calibri" panose="020F0502020204030204" pitchFamily="34" charset="0"/>
                          <a:sym typeface="Quattrocento Sans"/>
                        </a:rPr>
                        <a:t>Progress</a:t>
                      </a:r>
                      <a:endParaRPr dirty="0">
                        <a:latin typeface="Calibri" panose="020F0502020204030204" pitchFamily="34" charset="0"/>
                        <a:cs typeface="Calibri" panose="020F0502020204030204" pitchFamily="34" charset="0"/>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DADADA"/>
                    </a:solidFill>
                  </a:tcPr>
                </a:tc>
                <a:extLst>
                  <a:ext uri="{0D108BD9-81ED-4DB2-BD59-A6C34878D82A}">
                    <a16:rowId xmlns:a16="http://schemas.microsoft.com/office/drawing/2014/main" val="10001"/>
                  </a:ext>
                </a:extLst>
              </a:tr>
              <a:tr h="356012">
                <a:tc>
                  <a:txBody>
                    <a:bodyPr/>
                    <a:lstStyle/>
                    <a:p>
                      <a:pPr marL="0" marR="0" lvl="0" indent="0" algn="l" rtl="0">
                        <a:spcBef>
                          <a:spcPts val="0"/>
                        </a:spcBef>
                        <a:spcAft>
                          <a:spcPts val="0"/>
                        </a:spcAft>
                        <a:buNone/>
                      </a:pPr>
                      <a:endParaRPr dirty="0"/>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dirty="0"/>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dirty="0"/>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100" i="1" dirty="0">
                        <a:latin typeface="Quattrocento Sans"/>
                        <a:ea typeface="Quattrocento Sans"/>
                        <a:cs typeface="Quattrocento Sans"/>
                        <a:sym typeface="Quattrocento Sans"/>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100" i="1" dirty="0">
                        <a:latin typeface="Quattrocento Sans"/>
                        <a:ea typeface="Quattrocento Sans"/>
                        <a:cs typeface="Quattrocento Sans"/>
                        <a:sym typeface="Quattrocento Sans"/>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dirty="0"/>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56012">
                <a:tc>
                  <a:txBody>
                    <a:bodyPr/>
                    <a:lstStyle/>
                    <a:p>
                      <a:pPr marL="0" marR="0" lvl="0" indent="0" algn="l" rtl="0">
                        <a:spcBef>
                          <a:spcPts val="0"/>
                        </a:spcBef>
                        <a:spcAft>
                          <a:spcPts val="0"/>
                        </a:spcAft>
                        <a:buNone/>
                      </a:pPr>
                      <a:endParaRPr dirty="0"/>
                    </a:p>
                  </a:txBody>
                  <a:tcPr marL="91450" marR="91450" marT="45725" marB="45725">
                    <a:lnL w="9525" cap="flat" cmpd="sng">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dirty="0"/>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dirty="0"/>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100" i="1" dirty="0">
                        <a:latin typeface="Quattrocento Sans"/>
                        <a:ea typeface="Quattrocento Sans"/>
                        <a:cs typeface="Quattrocento Sans"/>
                        <a:sym typeface="Quattrocento Sans"/>
                      </a:endParaRPr>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100" i="1" dirty="0">
                        <a:latin typeface="Quattrocento Sans"/>
                        <a:ea typeface="Quattrocento Sans"/>
                        <a:cs typeface="Quattrocento Sans"/>
                        <a:sym typeface="Quattrocento Sans"/>
                      </a:endParaRPr>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dirty="0"/>
                    </a:p>
                  </a:txBody>
                  <a:tcPr marL="91450" marR="91450" marT="45725" marB="45725">
                    <a:lnL w="9525" cap="flat" cmpd="sng" algn="ctr">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extLst>
                  <a:ext uri="{0D108BD9-81ED-4DB2-BD59-A6C34878D82A}">
                    <a16:rowId xmlns:a16="http://schemas.microsoft.com/office/drawing/2014/main" val="1081131503"/>
                  </a:ext>
                </a:extLst>
              </a:tr>
              <a:tr h="356012">
                <a:tc>
                  <a:txBody>
                    <a:bodyPr/>
                    <a:lstStyle/>
                    <a:p>
                      <a:pPr marL="0" marR="0" lvl="0" indent="0" algn="l" rtl="0">
                        <a:spcBef>
                          <a:spcPts val="0"/>
                        </a:spcBef>
                        <a:spcAft>
                          <a:spcPts val="0"/>
                        </a:spcAft>
                        <a:buNone/>
                      </a:pPr>
                      <a:endParaRPr dirty="0"/>
                    </a:p>
                  </a:txBody>
                  <a:tcPr marL="91450" marR="91450" marT="45725" marB="45725">
                    <a:lnL w="9525" cap="flat" cmpd="sng">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dirty="0"/>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dirty="0"/>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100" i="1" dirty="0">
                        <a:latin typeface="Quattrocento Sans"/>
                        <a:ea typeface="Quattrocento Sans"/>
                        <a:cs typeface="Quattrocento Sans"/>
                        <a:sym typeface="Quattrocento Sans"/>
                      </a:endParaRPr>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100" i="1" dirty="0">
                        <a:latin typeface="Quattrocento Sans"/>
                        <a:ea typeface="Quattrocento Sans"/>
                        <a:cs typeface="Quattrocento Sans"/>
                        <a:sym typeface="Quattrocento Sans"/>
                      </a:endParaRPr>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dirty="0"/>
                    </a:p>
                  </a:txBody>
                  <a:tcPr marL="91450" marR="91450" marT="45725" marB="45725">
                    <a:lnL w="9525" cap="flat" cmpd="sng" algn="ctr">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extLst>
                  <a:ext uri="{0D108BD9-81ED-4DB2-BD59-A6C34878D82A}">
                    <a16:rowId xmlns:a16="http://schemas.microsoft.com/office/drawing/2014/main" val="2080339732"/>
                  </a:ext>
                </a:extLst>
              </a:tr>
              <a:tr h="356012">
                <a:tc>
                  <a:txBody>
                    <a:bodyPr/>
                    <a:lstStyle/>
                    <a:p>
                      <a:pPr marL="0" marR="0" lvl="0" indent="0" algn="l" rtl="0">
                        <a:spcBef>
                          <a:spcPts val="0"/>
                        </a:spcBef>
                        <a:spcAft>
                          <a:spcPts val="0"/>
                        </a:spcAft>
                        <a:buNone/>
                      </a:pPr>
                      <a:endParaRPr dirty="0"/>
                    </a:p>
                  </a:txBody>
                  <a:tcPr marL="91450" marR="91450" marT="45725" marB="45725">
                    <a:lnL w="9525" cap="flat" cmpd="sng">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dirty="0"/>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dirty="0"/>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100" i="1" dirty="0">
                        <a:latin typeface="Quattrocento Sans"/>
                        <a:ea typeface="Quattrocento Sans"/>
                        <a:cs typeface="Quattrocento Sans"/>
                        <a:sym typeface="Quattrocento Sans"/>
                      </a:endParaRPr>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100" i="1" dirty="0">
                        <a:latin typeface="Quattrocento Sans"/>
                        <a:ea typeface="Quattrocento Sans"/>
                        <a:cs typeface="Quattrocento Sans"/>
                        <a:sym typeface="Quattrocento Sans"/>
                      </a:endParaRPr>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dirty="0"/>
                    </a:p>
                  </a:txBody>
                  <a:tcPr marL="91450" marR="91450" marT="45725" marB="45725">
                    <a:lnL w="9525" cap="flat" cmpd="sng" algn="ctr">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extLst>
                  <a:ext uri="{0D108BD9-81ED-4DB2-BD59-A6C34878D82A}">
                    <a16:rowId xmlns:a16="http://schemas.microsoft.com/office/drawing/2014/main" val="316893159"/>
                  </a:ext>
                </a:extLst>
              </a:tr>
              <a:tr h="356012">
                <a:tc>
                  <a:txBody>
                    <a:bodyPr/>
                    <a:lstStyle/>
                    <a:p>
                      <a:pPr marL="0" marR="0" lvl="0" indent="0" algn="l" rtl="0">
                        <a:spcBef>
                          <a:spcPts val="0"/>
                        </a:spcBef>
                        <a:spcAft>
                          <a:spcPts val="0"/>
                        </a:spcAft>
                        <a:buNone/>
                      </a:pPr>
                      <a:endParaRPr dirty="0"/>
                    </a:p>
                  </a:txBody>
                  <a:tcPr marL="91450" marR="91450" marT="45725" marB="45725">
                    <a:lnL w="9525" cap="flat" cmpd="sng">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dirty="0"/>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dirty="0"/>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100" i="1" dirty="0">
                        <a:latin typeface="Quattrocento Sans"/>
                        <a:ea typeface="Quattrocento Sans"/>
                        <a:cs typeface="Quattrocento Sans"/>
                        <a:sym typeface="Quattrocento Sans"/>
                      </a:endParaRPr>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100" i="1" dirty="0">
                        <a:latin typeface="Quattrocento Sans"/>
                        <a:ea typeface="Quattrocento Sans"/>
                        <a:cs typeface="Quattrocento Sans"/>
                        <a:sym typeface="Quattrocento Sans"/>
                      </a:endParaRPr>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dirty="0"/>
                    </a:p>
                  </a:txBody>
                  <a:tcPr marL="91450" marR="91450" marT="45725" marB="45725">
                    <a:lnL w="9525" cap="flat" cmpd="sng" algn="ctr">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extLst>
                  <a:ext uri="{0D108BD9-81ED-4DB2-BD59-A6C34878D82A}">
                    <a16:rowId xmlns:a16="http://schemas.microsoft.com/office/drawing/2014/main" val="3259159557"/>
                  </a:ext>
                </a:extLst>
              </a:tr>
              <a:tr h="356012">
                <a:tc>
                  <a:txBody>
                    <a:bodyPr/>
                    <a:lstStyle/>
                    <a:p>
                      <a:pPr marL="0" marR="0" lvl="0" indent="0" algn="l" rtl="0">
                        <a:spcBef>
                          <a:spcPts val="0"/>
                        </a:spcBef>
                        <a:spcAft>
                          <a:spcPts val="0"/>
                        </a:spcAft>
                        <a:buNone/>
                      </a:pPr>
                      <a:endParaRPr dirty="0"/>
                    </a:p>
                  </a:txBody>
                  <a:tcPr marL="91450" marR="91450" marT="45725" marB="45725">
                    <a:lnL w="9525" cap="flat" cmpd="sng">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dirty="0"/>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dirty="0"/>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100" i="1" dirty="0">
                        <a:latin typeface="Quattrocento Sans"/>
                        <a:ea typeface="Quattrocento Sans"/>
                        <a:cs typeface="Quattrocento Sans"/>
                        <a:sym typeface="Quattrocento Sans"/>
                      </a:endParaRPr>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100" i="1" dirty="0">
                        <a:latin typeface="Quattrocento Sans"/>
                        <a:ea typeface="Quattrocento Sans"/>
                        <a:cs typeface="Quattrocento Sans"/>
                        <a:sym typeface="Quattrocento Sans"/>
                      </a:endParaRPr>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dirty="0"/>
                    </a:p>
                  </a:txBody>
                  <a:tcPr marL="91450" marR="91450" marT="45725" marB="45725">
                    <a:lnL w="9525" cap="flat" cmpd="sng" algn="ctr">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extLst>
                  <a:ext uri="{0D108BD9-81ED-4DB2-BD59-A6C34878D82A}">
                    <a16:rowId xmlns:a16="http://schemas.microsoft.com/office/drawing/2014/main" val="3997899580"/>
                  </a:ext>
                </a:extLst>
              </a:tr>
              <a:tr h="356012">
                <a:tc>
                  <a:txBody>
                    <a:bodyPr/>
                    <a:lstStyle/>
                    <a:p>
                      <a:pPr marL="0" marR="0" lvl="0" indent="0" algn="l" rtl="0">
                        <a:spcBef>
                          <a:spcPts val="0"/>
                        </a:spcBef>
                        <a:spcAft>
                          <a:spcPts val="0"/>
                        </a:spcAft>
                        <a:buNone/>
                      </a:pPr>
                      <a:endParaRPr dirty="0"/>
                    </a:p>
                  </a:txBody>
                  <a:tcPr marL="91450" marR="91450" marT="45725" marB="45725">
                    <a:lnL w="9525" cap="flat" cmpd="sng">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dirty="0"/>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dirty="0"/>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100" i="1" dirty="0">
                        <a:latin typeface="Quattrocento Sans"/>
                        <a:ea typeface="Quattrocento Sans"/>
                        <a:cs typeface="Quattrocento Sans"/>
                        <a:sym typeface="Quattrocento Sans"/>
                      </a:endParaRPr>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100" i="1" dirty="0">
                        <a:latin typeface="Quattrocento Sans"/>
                        <a:ea typeface="Quattrocento Sans"/>
                        <a:cs typeface="Quattrocento Sans"/>
                        <a:sym typeface="Quattrocento Sans"/>
                      </a:endParaRPr>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dirty="0"/>
                    </a:p>
                  </a:txBody>
                  <a:tcPr marL="91450" marR="91450" marT="45725" marB="45725">
                    <a:lnL w="9525" cap="flat" cmpd="sng" algn="ctr">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extLst>
                  <a:ext uri="{0D108BD9-81ED-4DB2-BD59-A6C34878D82A}">
                    <a16:rowId xmlns:a16="http://schemas.microsoft.com/office/drawing/2014/main" val="4231161797"/>
                  </a:ext>
                </a:extLst>
              </a:tr>
              <a:tr h="356012">
                <a:tc>
                  <a:txBody>
                    <a:bodyPr/>
                    <a:lstStyle/>
                    <a:p>
                      <a:pPr marL="0" marR="0" lvl="0" indent="0" algn="l" rtl="0">
                        <a:spcBef>
                          <a:spcPts val="0"/>
                        </a:spcBef>
                        <a:spcAft>
                          <a:spcPts val="0"/>
                        </a:spcAft>
                        <a:buNone/>
                      </a:pPr>
                      <a:endParaRPr dirty="0"/>
                    </a:p>
                  </a:txBody>
                  <a:tcPr marL="91450" marR="91450" marT="45725" marB="45725">
                    <a:lnL w="9525" cap="flat" cmpd="sng">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dirty="0"/>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dirty="0"/>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100" i="1" dirty="0">
                        <a:latin typeface="Quattrocento Sans"/>
                        <a:ea typeface="Quattrocento Sans"/>
                        <a:cs typeface="Quattrocento Sans"/>
                        <a:sym typeface="Quattrocento Sans"/>
                      </a:endParaRPr>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100" i="1" dirty="0">
                        <a:latin typeface="Quattrocento Sans"/>
                        <a:ea typeface="Quattrocento Sans"/>
                        <a:cs typeface="Quattrocento Sans"/>
                        <a:sym typeface="Quattrocento Sans"/>
                      </a:endParaRPr>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dirty="0"/>
                    </a:p>
                  </a:txBody>
                  <a:tcPr marL="91450" marR="91450" marT="45725" marB="45725">
                    <a:lnL w="9525" cap="flat" cmpd="sng" algn="ctr">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lgn="ctr">
                      <a:solidFill>
                        <a:srgbClr val="7F7F7F"/>
                      </a:solidFill>
                      <a:prstDash val="solid"/>
                      <a:round/>
                      <a:headEnd type="none" w="sm" len="sm"/>
                      <a:tailEnd type="none" w="sm" len="sm"/>
                    </a:lnB>
                    <a:solidFill>
                      <a:schemeClr val="lt1"/>
                    </a:solidFill>
                  </a:tcPr>
                </a:tc>
                <a:extLst>
                  <a:ext uri="{0D108BD9-81ED-4DB2-BD59-A6C34878D82A}">
                    <a16:rowId xmlns:a16="http://schemas.microsoft.com/office/drawing/2014/main" val="1097789381"/>
                  </a:ext>
                </a:extLst>
              </a:tr>
              <a:tr h="356012">
                <a:tc>
                  <a:txBody>
                    <a:bodyPr/>
                    <a:lstStyle/>
                    <a:p>
                      <a:pPr marL="0" marR="0" lvl="0" indent="0" algn="l" rtl="0">
                        <a:spcBef>
                          <a:spcPts val="0"/>
                        </a:spcBef>
                        <a:spcAft>
                          <a:spcPts val="0"/>
                        </a:spcAft>
                        <a:buNone/>
                      </a:pPr>
                      <a:endParaRPr dirty="0"/>
                    </a:p>
                  </a:txBody>
                  <a:tcPr marL="91450" marR="91450" marT="45725" marB="45725">
                    <a:lnL w="9525" cap="flat" cmpd="sng">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dirty="0"/>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dirty="0"/>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100" i="1" dirty="0">
                        <a:latin typeface="Quattrocento Sans"/>
                        <a:ea typeface="Quattrocento Sans"/>
                        <a:cs typeface="Quattrocento Sans"/>
                        <a:sym typeface="Quattrocento Sans"/>
                      </a:endParaRPr>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100" i="1" dirty="0">
                        <a:latin typeface="Quattrocento Sans"/>
                        <a:ea typeface="Quattrocento Sans"/>
                        <a:cs typeface="Quattrocento Sans"/>
                        <a:sym typeface="Quattrocento Sans"/>
                      </a:endParaRPr>
                    </a:p>
                  </a:txBody>
                  <a:tcPr marL="91450" marR="91450" marT="45725" marB="45725">
                    <a:lnL w="9525" cap="flat" cmpd="sng" algn="ctr">
                      <a:solidFill>
                        <a:srgbClr val="7F7F7F"/>
                      </a:solidFill>
                      <a:prstDash val="solid"/>
                      <a:round/>
                      <a:headEnd type="none" w="sm" len="sm"/>
                      <a:tailEnd type="none" w="sm" len="sm"/>
                    </a:lnL>
                    <a:lnR w="9525" cap="flat" cmpd="sng" algn="ctr">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dirty="0"/>
                    </a:p>
                  </a:txBody>
                  <a:tcPr marL="91450" marR="91450" marT="45725" marB="45725">
                    <a:lnL w="9525" cap="flat" cmpd="sng" algn="ctr">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extLst>
                  <a:ext uri="{0D108BD9-81ED-4DB2-BD59-A6C34878D82A}">
                    <a16:rowId xmlns:a16="http://schemas.microsoft.com/office/drawing/2014/main" val="541565552"/>
                  </a:ext>
                </a:extLst>
              </a:tr>
            </a:tbl>
          </a:graphicData>
        </a:graphic>
      </p:graphicFrame>
      <p:graphicFrame>
        <p:nvGraphicFramePr>
          <p:cNvPr id="577" name="Google Shape;577;p8"/>
          <p:cNvGraphicFramePr/>
          <p:nvPr>
            <p:extLst>
              <p:ext uri="{D42A27DB-BD31-4B8C-83A1-F6EECF244321}">
                <p14:modId xmlns:p14="http://schemas.microsoft.com/office/powerpoint/2010/main" val="200858992"/>
              </p:ext>
            </p:extLst>
          </p:nvPr>
        </p:nvGraphicFramePr>
        <p:xfrm>
          <a:off x="7567863" y="1259612"/>
          <a:ext cx="4624137" cy="722989"/>
        </p:xfrm>
        <a:graphic>
          <a:graphicData uri="http://schemas.openxmlformats.org/drawingml/2006/table">
            <a:tbl>
              <a:tblPr firstRow="1" bandRow="1">
                <a:noFill/>
                <a:tableStyleId>{1E1B34E9-0A65-4B29-B03F-8D4661A3B949}</a:tableStyleId>
              </a:tblPr>
              <a:tblGrid>
                <a:gridCol w="1678366">
                  <a:extLst>
                    <a:ext uri="{9D8B030D-6E8A-4147-A177-3AD203B41FA5}">
                      <a16:colId xmlns:a16="http://schemas.microsoft.com/office/drawing/2014/main" val="20000"/>
                    </a:ext>
                  </a:extLst>
                </a:gridCol>
                <a:gridCol w="1586826">
                  <a:extLst>
                    <a:ext uri="{9D8B030D-6E8A-4147-A177-3AD203B41FA5}">
                      <a16:colId xmlns:a16="http://schemas.microsoft.com/office/drawing/2014/main" val="20001"/>
                    </a:ext>
                  </a:extLst>
                </a:gridCol>
                <a:gridCol w="1358945">
                  <a:extLst>
                    <a:ext uri="{9D8B030D-6E8A-4147-A177-3AD203B41FA5}">
                      <a16:colId xmlns:a16="http://schemas.microsoft.com/office/drawing/2014/main" val="20002"/>
                    </a:ext>
                  </a:extLst>
                </a:gridCol>
              </a:tblGrid>
              <a:tr h="235230">
                <a:tc>
                  <a:txBody>
                    <a:bodyPr/>
                    <a:lstStyle/>
                    <a:p>
                      <a:pPr marL="0" marR="0" lvl="0" indent="0" algn="ctr" rtl="0">
                        <a:spcBef>
                          <a:spcPts val="0"/>
                        </a:spcBef>
                        <a:spcAft>
                          <a:spcPts val="0"/>
                        </a:spcAft>
                        <a:buNone/>
                      </a:pPr>
                      <a:r>
                        <a:rPr lang="en-US" sz="1400" dirty="0">
                          <a:solidFill>
                            <a:schemeClr val="bg1"/>
                          </a:solidFill>
                          <a:latin typeface="Calibri" panose="020F0502020204030204" pitchFamily="34" charset="0"/>
                          <a:ea typeface="Quattrocento Sans"/>
                          <a:cs typeface="Calibri" panose="020F0502020204030204" pitchFamily="34" charset="0"/>
                          <a:sym typeface="Quattrocento Sans"/>
                        </a:rPr>
                        <a:t>Budget</a:t>
                      </a:r>
                      <a:endParaRPr sz="1600" dirty="0">
                        <a:solidFill>
                          <a:schemeClr val="bg1"/>
                        </a:solidFill>
                        <a:latin typeface="Calibri" panose="020F0502020204030204" pitchFamily="34" charset="0"/>
                        <a:cs typeface="Calibri" panose="020F0502020204030204" pitchFamily="34" charset="0"/>
                      </a:endParaRPr>
                    </a:p>
                  </a:txBody>
                  <a:tcPr marL="91450" marR="91450" marT="45725" marB="457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tx1">
                        <a:lumMod val="50000"/>
                      </a:schemeClr>
                    </a:solidFill>
                  </a:tcPr>
                </a:tc>
                <a:tc>
                  <a:txBody>
                    <a:bodyPr/>
                    <a:lstStyle/>
                    <a:p>
                      <a:pPr marL="0" marR="0" lvl="0" indent="0" algn="ctr" rtl="0">
                        <a:spcBef>
                          <a:spcPts val="0"/>
                        </a:spcBef>
                        <a:spcAft>
                          <a:spcPts val="0"/>
                        </a:spcAft>
                        <a:buNone/>
                      </a:pPr>
                      <a:r>
                        <a:rPr lang="en-US" sz="1400" dirty="0">
                          <a:solidFill>
                            <a:schemeClr val="bg1"/>
                          </a:solidFill>
                          <a:latin typeface="Calibri" panose="020F0502020204030204" pitchFamily="34" charset="0"/>
                          <a:ea typeface="Quattrocento Sans"/>
                          <a:cs typeface="Calibri" panose="020F0502020204030204" pitchFamily="34" charset="0"/>
                          <a:sym typeface="Quattrocento Sans"/>
                        </a:rPr>
                        <a:t>*Actual Spent</a:t>
                      </a:r>
                      <a:endParaRPr sz="1600" dirty="0">
                        <a:solidFill>
                          <a:schemeClr val="bg1"/>
                        </a:solidFill>
                        <a:latin typeface="Calibri" panose="020F0502020204030204" pitchFamily="34" charset="0"/>
                        <a:cs typeface="Calibri" panose="020F0502020204030204" pitchFamily="34" charset="0"/>
                      </a:endParaRPr>
                    </a:p>
                  </a:txBody>
                  <a:tcPr marL="91450" marR="91450" marT="45725" marB="457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tx1">
                        <a:lumMod val="50000"/>
                      </a:schemeClr>
                    </a:solidFill>
                  </a:tcPr>
                </a:tc>
                <a:tc>
                  <a:txBody>
                    <a:bodyPr/>
                    <a:lstStyle/>
                    <a:p>
                      <a:pPr marL="0" marR="0" lvl="0" indent="0" algn="ctr" rtl="0">
                        <a:spcBef>
                          <a:spcPts val="0"/>
                        </a:spcBef>
                        <a:spcAft>
                          <a:spcPts val="0"/>
                        </a:spcAft>
                        <a:buNone/>
                      </a:pPr>
                      <a:r>
                        <a:rPr lang="en-US" sz="1400" dirty="0">
                          <a:solidFill>
                            <a:schemeClr val="bg1"/>
                          </a:solidFill>
                          <a:latin typeface="Calibri" panose="020F0502020204030204" pitchFamily="34" charset="0"/>
                          <a:ea typeface="Quattrocento Sans"/>
                          <a:cs typeface="Calibri" panose="020F0502020204030204" pitchFamily="34" charset="0"/>
                          <a:sym typeface="Quattrocento Sans"/>
                        </a:rPr>
                        <a:t>Balance</a:t>
                      </a:r>
                      <a:endParaRPr sz="1600" dirty="0">
                        <a:solidFill>
                          <a:schemeClr val="bg1"/>
                        </a:solidFill>
                        <a:latin typeface="Calibri" panose="020F0502020204030204" pitchFamily="34" charset="0"/>
                        <a:cs typeface="Calibri" panose="020F0502020204030204" pitchFamily="34" charset="0"/>
                      </a:endParaRPr>
                    </a:p>
                  </a:txBody>
                  <a:tcPr marL="91450" marR="91450" marT="45725" marB="457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tx1">
                        <a:lumMod val="50000"/>
                      </a:schemeClr>
                    </a:solidFill>
                  </a:tcPr>
                </a:tc>
                <a:extLst>
                  <a:ext uri="{0D108BD9-81ED-4DB2-BD59-A6C34878D82A}">
                    <a16:rowId xmlns:a16="http://schemas.microsoft.com/office/drawing/2014/main" val="10000"/>
                  </a:ext>
                </a:extLst>
              </a:tr>
              <a:tr h="41817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dirty="0">
                          <a:solidFill>
                            <a:srgbClr val="000000"/>
                          </a:solidFill>
                          <a:latin typeface="Quattrocento Sans"/>
                          <a:ea typeface="Quattrocento Sans"/>
                          <a:cs typeface="Quattrocento Sans"/>
                          <a:sym typeface="Quattrocento Sans"/>
                        </a:rPr>
                        <a:t> VND</a:t>
                      </a:r>
                      <a:endParaRPr lang="en-US" sz="1400" b="0" i="0" u="none" strike="noStrike" cap="none" dirty="0">
                        <a:solidFill>
                          <a:schemeClr val="dk1"/>
                        </a:solidFill>
                        <a:latin typeface="Calibri"/>
                        <a:ea typeface="Calibri"/>
                        <a:cs typeface="Calibri"/>
                        <a:sym typeface="Arial"/>
                      </a:endParaRPr>
                    </a:p>
                  </a:txBody>
                  <a:tcPr marL="91450" marR="91450" marT="45725" marB="457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endParaRPr sz="800" dirty="0"/>
                    </a:p>
                  </a:txBody>
                  <a:tcPr marL="91450" marR="91450" marT="45725" marB="457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200"/>
                        <a:buFont typeface="Quattrocento Sans"/>
                        <a:buNone/>
                      </a:pPr>
                      <a:r>
                        <a:rPr lang="en-US" sz="1200" b="0" i="0" dirty="0">
                          <a:solidFill>
                            <a:srgbClr val="000000"/>
                          </a:solidFill>
                          <a:latin typeface="Quattrocento Sans"/>
                          <a:ea typeface="Quattrocento Sans"/>
                          <a:cs typeface="Quattrocento Sans"/>
                          <a:sym typeface="Quattrocento Sans"/>
                        </a:rPr>
                        <a:t> </a:t>
                      </a:r>
                      <a:endParaRPr sz="1200" b="0" i="0" dirty="0">
                        <a:solidFill>
                          <a:srgbClr val="000000"/>
                        </a:solidFill>
                        <a:latin typeface="Quattrocento Sans"/>
                        <a:ea typeface="Quattrocento Sans"/>
                        <a:cs typeface="Quattrocento Sans"/>
                        <a:sym typeface="Quattrocento Sans"/>
                      </a:endParaRPr>
                    </a:p>
                  </a:txBody>
                  <a:tcPr marL="91450" marR="91450" marT="45725" marB="457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578" name="Google Shape;578;p8"/>
          <p:cNvGraphicFramePr/>
          <p:nvPr>
            <p:extLst>
              <p:ext uri="{D42A27DB-BD31-4B8C-83A1-F6EECF244321}">
                <p14:modId xmlns:p14="http://schemas.microsoft.com/office/powerpoint/2010/main" val="1043169921"/>
              </p:ext>
            </p:extLst>
          </p:nvPr>
        </p:nvGraphicFramePr>
        <p:xfrm>
          <a:off x="20904" y="1"/>
          <a:ext cx="7236239" cy="6094308"/>
        </p:xfrm>
        <a:graphic>
          <a:graphicData uri="http://schemas.openxmlformats.org/drawingml/2006/table">
            <a:tbl>
              <a:tblPr firstRow="1" bandRow="1">
                <a:noFill/>
                <a:tableStyleId>{1E1B34E9-0A65-4B29-B03F-8D4661A3B949}</a:tableStyleId>
              </a:tblPr>
              <a:tblGrid>
                <a:gridCol w="419877">
                  <a:extLst>
                    <a:ext uri="{9D8B030D-6E8A-4147-A177-3AD203B41FA5}">
                      <a16:colId xmlns:a16="http://schemas.microsoft.com/office/drawing/2014/main" val="20000"/>
                    </a:ext>
                  </a:extLst>
                </a:gridCol>
                <a:gridCol w="3158398">
                  <a:extLst>
                    <a:ext uri="{9D8B030D-6E8A-4147-A177-3AD203B41FA5}">
                      <a16:colId xmlns:a16="http://schemas.microsoft.com/office/drawing/2014/main" val="20001"/>
                    </a:ext>
                  </a:extLst>
                </a:gridCol>
                <a:gridCol w="3657964">
                  <a:extLst>
                    <a:ext uri="{9D8B030D-6E8A-4147-A177-3AD203B41FA5}">
                      <a16:colId xmlns:a16="http://schemas.microsoft.com/office/drawing/2014/main" val="20002"/>
                    </a:ext>
                  </a:extLst>
                </a:gridCol>
              </a:tblGrid>
              <a:tr h="331699">
                <a:tc gridSpan="3">
                  <a:txBody>
                    <a:bodyPr/>
                    <a:lstStyle/>
                    <a:p>
                      <a:pPr marL="0" marR="0" lvl="0" indent="0" algn="l" rtl="0">
                        <a:spcBef>
                          <a:spcPts val="0"/>
                        </a:spcBef>
                        <a:spcAft>
                          <a:spcPts val="0"/>
                        </a:spcAft>
                        <a:buNone/>
                      </a:pPr>
                      <a:r>
                        <a:rPr lang="en-US" sz="1400" dirty="0">
                          <a:solidFill>
                            <a:schemeClr val="lt1"/>
                          </a:solidFill>
                          <a:latin typeface="Calibri" panose="020F0502020204030204" pitchFamily="34" charset="0"/>
                          <a:ea typeface="Quattrocento Sans"/>
                          <a:cs typeface="Calibri" panose="020F0502020204030204" pitchFamily="34" charset="0"/>
                          <a:sym typeface="Quattrocento Sans"/>
                        </a:rPr>
                        <a:t>Project update</a:t>
                      </a:r>
                      <a:endParaRPr sz="1400" dirty="0">
                        <a:latin typeface="Calibri" panose="020F0502020204030204" pitchFamily="34" charset="0"/>
                        <a:cs typeface="Calibri" panose="020F0502020204030204" pitchFamily="34" charset="0"/>
                      </a:endParaRPr>
                    </a:p>
                  </a:txBody>
                  <a:tcPr marL="91450" marR="91450" marT="45725" marB="457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tx1">
                        <a:lumMod val="50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95673">
                <a:tc gridSpan="2">
                  <a:txBody>
                    <a:bodyPr/>
                    <a:lstStyle/>
                    <a:p>
                      <a:pPr marL="0" marR="0" lvl="0" indent="0" algn="l" rtl="0">
                        <a:spcBef>
                          <a:spcPts val="0"/>
                        </a:spcBef>
                        <a:spcAft>
                          <a:spcPts val="0"/>
                        </a:spcAft>
                        <a:buNone/>
                      </a:pPr>
                      <a:r>
                        <a:rPr lang="en-US" sz="1400" b="1" dirty="0">
                          <a:solidFill>
                            <a:schemeClr val="dk1"/>
                          </a:solidFill>
                          <a:latin typeface="Calibri" panose="020F0502020204030204" pitchFamily="34" charset="0"/>
                          <a:ea typeface="Quattrocento Sans"/>
                          <a:cs typeface="Calibri" panose="020F0502020204030204" pitchFamily="34" charset="0"/>
                          <a:sym typeface="Quattrocento Sans"/>
                        </a:rPr>
                        <a:t>Reporting Period</a:t>
                      </a:r>
                      <a:r>
                        <a:rPr lang="en-US" sz="1400" dirty="0">
                          <a:solidFill>
                            <a:schemeClr val="dk1"/>
                          </a:solidFill>
                          <a:latin typeface="Calibri" panose="020F0502020204030204" pitchFamily="34" charset="0"/>
                          <a:ea typeface="Quattrocento Sans"/>
                          <a:cs typeface="Calibri" panose="020F0502020204030204" pitchFamily="34" charset="0"/>
                          <a:sym typeface="Quattrocento Sans"/>
                        </a:rPr>
                        <a:t>:  As of May 06</a:t>
                      </a:r>
                      <a:endParaRPr sz="1400" dirty="0">
                        <a:latin typeface="Calibri" panose="020F0502020204030204" pitchFamily="34" charset="0"/>
                        <a:cs typeface="Calibri" panose="020F0502020204030204" pitchFamily="34" charset="0"/>
                      </a:endParaRPr>
                    </a:p>
                  </a:txBody>
                  <a:tcPr marL="91450" marR="91450" marT="45725" marB="457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hMerge="1">
                  <a:txBody>
                    <a:bodyPr/>
                    <a:lstStyle/>
                    <a:p>
                      <a:endParaRPr lang="en-US"/>
                    </a:p>
                  </a:txBody>
                  <a:tcPr/>
                </a:tc>
                <a:tc>
                  <a:txBody>
                    <a:bodyPr/>
                    <a:lstStyle/>
                    <a:p>
                      <a:pPr marL="0" marR="0" lvl="0" indent="0" algn="l" rtl="0">
                        <a:spcBef>
                          <a:spcPts val="0"/>
                        </a:spcBef>
                        <a:spcAft>
                          <a:spcPts val="0"/>
                        </a:spcAft>
                        <a:buNone/>
                      </a:pPr>
                      <a:r>
                        <a:rPr lang="en-US" sz="1200" b="1" dirty="0">
                          <a:solidFill>
                            <a:schemeClr val="dk1"/>
                          </a:solidFill>
                          <a:latin typeface="Calibri" panose="020F0502020204030204" pitchFamily="34" charset="0"/>
                          <a:ea typeface="Quattrocento Sans"/>
                          <a:cs typeface="Calibri" panose="020F0502020204030204" pitchFamily="34" charset="0"/>
                          <a:sym typeface="Quattrocento Sans"/>
                        </a:rPr>
                        <a:t>Current Phase</a:t>
                      </a:r>
                      <a:r>
                        <a:rPr lang="en-US" sz="1200" dirty="0">
                          <a:solidFill>
                            <a:schemeClr val="dk1"/>
                          </a:solidFill>
                          <a:latin typeface="Calibri" panose="020F0502020204030204" pitchFamily="34" charset="0"/>
                          <a:ea typeface="Quattrocento Sans"/>
                          <a:cs typeface="Calibri" panose="020F0502020204030204" pitchFamily="34" charset="0"/>
                          <a:sym typeface="Quattrocento Sans"/>
                        </a:rPr>
                        <a:t>: Execution</a:t>
                      </a:r>
                      <a:endParaRPr dirty="0">
                        <a:latin typeface="Calibri" panose="020F0502020204030204" pitchFamily="34" charset="0"/>
                        <a:cs typeface="Calibri" panose="020F0502020204030204" pitchFamily="34" charset="0"/>
                      </a:endParaRPr>
                    </a:p>
                  </a:txBody>
                  <a:tcPr marL="91450" marR="91450" marT="45725" marB="457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295673">
                <a:tc gridSpan="3">
                  <a:txBody>
                    <a:bodyPr/>
                    <a:lstStyle/>
                    <a:p>
                      <a:pPr marL="0" marR="0" lvl="0" indent="0" algn="l" rtl="0">
                        <a:spcBef>
                          <a:spcPts val="0"/>
                        </a:spcBef>
                        <a:spcAft>
                          <a:spcPts val="0"/>
                        </a:spcAft>
                        <a:buNone/>
                      </a:pPr>
                      <a:r>
                        <a:rPr lang="en-US" sz="1400" b="1" u="sng" dirty="0">
                          <a:latin typeface="Calibri" panose="020F0502020204030204" pitchFamily="34" charset="0"/>
                          <a:ea typeface="Quattrocento Sans"/>
                          <a:cs typeface="Calibri" panose="020F0502020204030204" pitchFamily="34" charset="0"/>
                          <a:sym typeface="Quattrocento Sans"/>
                        </a:rPr>
                        <a:t>Progress Last Week:</a:t>
                      </a:r>
                      <a:endParaRPr sz="1400" dirty="0">
                        <a:latin typeface="Calibri" panose="020F0502020204030204" pitchFamily="34" charset="0"/>
                        <a:cs typeface="Calibri" panose="020F0502020204030204" pitchFamily="34" charset="0"/>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973195">
                <a:tc>
                  <a:txBody>
                    <a:bodyPr/>
                    <a:lstStyle/>
                    <a:p>
                      <a:pPr marL="0" marR="0" lvl="0" indent="0" algn="ctr" rtl="0">
                        <a:spcBef>
                          <a:spcPts val="0"/>
                        </a:spcBef>
                        <a:spcAft>
                          <a:spcPts val="0"/>
                        </a:spcAft>
                        <a:buNone/>
                      </a:pPr>
                      <a:endParaRPr sz="1400" dirty="0">
                        <a:latin typeface="Calibri" panose="020F0502020204030204" pitchFamily="34" charset="0"/>
                        <a:ea typeface="Quattrocento Sans"/>
                        <a:cs typeface="Calibri" panose="020F0502020204030204" pitchFamily="34" charset="0"/>
                        <a:sym typeface="Quattrocento Sans"/>
                      </a:endParaRPr>
                    </a:p>
                  </a:txBody>
                  <a:tcPr marL="91450" marR="91450" marT="45725" marB="45725">
                    <a:lnL w="12700" cap="flat" cmpd="sng">
                      <a:solidFill>
                        <a:srgbClr val="A5A5A5"/>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gridSpan="2">
                  <a:txBody>
                    <a:bodyPr/>
                    <a:lstStyle/>
                    <a:p>
                      <a:pPr marL="0" marR="0" lvl="0" indent="0" algn="l" rtl="0">
                        <a:lnSpc>
                          <a:spcPct val="100000"/>
                        </a:lnSpc>
                        <a:spcBef>
                          <a:spcPts val="0"/>
                        </a:spcBef>
                        <a:spcAft>
                          <a:spcPts val="0"/>
                        </a:spcAft>
                        <a:buClr>
                          <a:schemeClr val="dk1"/>
                        </a:buClr>
                        <a:buSzPts val="1200"/>
                        <a:buFont typeface="Calibri"/>
                        <a:buNone/>
                      </a:pPr>
                      <a:endParaRPr sz="1400" dirty="0">
                        <a:solidFill>
                          <a:schemeClr val="tx1">
                            <a:lumMod val="50000"/>
                          </a:schemeClr>
                        </a:solidFill>
                        <a:latin typeface="Calibri" panose="020F0502020204030204" pitchFamily="34" charset="0"/>
                        <a:cs typeface="Calibri" panose="020F0502020204030204" pitchFamily="34" charset="0"/>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3"/>
                  </a:ext>
                </a:extLst>
              </a:tr>
              <a:tr h="295673">
                <a:tc gridSpan="3">
                  <a:txBody>
                    <a:bodyPr/>
                    <a:lstStyle/>
                    <a:p>
                      <a:pPr marL="0" marR="0" lvl="0" indent="0" algn="l" rtl="0">
                        <a:spcBef>
                          <a:spcPts val="0"/>
                        </a:spcBef>
                        <a:spcAft>
                          <a:spcPts val="0"/>
                        </a:spcAft>
                        <a:buNone/>
                      </a:pPr>
                      <a:r>
                        <a:rPr lang="en-US" sz="1400" b="1" u="sng" dirty="0">
                          <a:solidFill>
                            <a:schemeClr val="tx1">
                              <a:lumMod val="50000"/>
                            </a:schemeClr>
                          </a:solidFill>
                          <a:latin typeface="Calibri" panose="020F0502020204030204" pitchFamily="34" charset="0"/>
                          <a:ea typeface="Quattrocento Sans"/>
                          <a:cs typeface="Calibri" panose="020F0502020204030204" pitchFamily="34" charset="0"/>
                          <a:sym typeface="Quattrocento Sans"/>
                        </a:rPr>
                        <a:t>Upcoming Activities:</a:t>
                      </a:r>
                      <a:endParaRPr sz="1400" dirty="0">
                        <a:solidFill>
                          <a:schemeClr val="tx1">
                            <a:lumMod val="50000"/>
                          </a:schemeClr>
                        </a:solidFill>
                        <a:latin typeface="Calibri" panose="020F0502020204030204" pitchFamily="34" charset="0"/>
                        <a:cs typeface="Calibri" panose="020F0502020204030204" pitchFamily="34" charset="0"/>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1110191">
                <a:tc>
                  <a:txBody>
                    <a:bodyPr/>
                    <a:lstStyle/>
                    <a:p>
                      <a:pPr marL="0" marR="0" lvl="0" indent="0" algn="ctr" rtl="0">
                        <a:spcBef>
                          <a:spcPts val="0"/>
                        </a:spcBef>
                        <a:spcAft>
                          <a:spcPts val="0"/>
                        </a:spcAft>
                        <a:buNone/>
                      </a:pPr>
                      <a:endParaRPr sz="1400" dirty="0">
                        <a:latin typeface="Calibri" panose="020F0502020204030204" pitchFamily="34" charset="0"/>
                        <a:ea typeface="Quattrocento Sans"/>
                        <a:cs typeface="Calibri" panose="020F0502020204030204" pitchFamily="34" charset="0"/>
                        <a:sym typeface="Quattrocento Sans"/>
                      </a:endParaRPr>
                    </a:p>
                  </a:txBody>
                  <a:tcPr marL="91450" marR="91450" marT="45725" marB="45725">
                    <a:lnL w="12700" cap="flat" cmpd="sng">
                      <a:solidFill>
                        <a:srgbClr val="A5A5A5"/>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gridSpan="2">
                  <a:txBody>
                    <a:bodyPr/>
                    <a:lstStyle/>
                    <a:p>
                      <a:pPr marL="0" marR="0" lvl="0" indent="0" algn="l" rtl="0">
                        <a:lnSpc>
                          <a:spcPct val="100000"/>
                        </a:lnSpc>
                        <a:spcBef>
                          <a:spcPts val="0"/>
                        </a:spcBef>
                        <a:spcAft>
                          <a:spcPts val="0"/>
                        </a:spcAft>
                        <a:buClr>
                          <a:schemeClr val="dk1"/>
                        </a:buClr>
                        <a:buSzPts val="1200"/>
                        <a:buFont typeface="Calibri"/>
                        <a:buNone/>
                      </a:pPr>
                      <a:endParaRPr lang="en-US" sz="1400" b="1" dirty="0">
                        <a:solidFill>
                          <a:schemeClr val="tx1">
                            <a:lumMod val="50000"/>
                          </a:schemeClr>
                        </a:solidFill>
                        <a:latin typeface="Calibri" panose="020F0502020204030204" pitchFamily="34" charset="0"/>
                        <a:ea typeface="Quattrocento Sans"/>
                        <a:cs typeface="Calibri" panose="020F0502020204030204" pitchFamily="34" charset="0"/>
                        <a:sym typeface="Quattrocento Sans"/>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5"/>
                  </a:ext>
                </a:extLst>
              </a:tr>
              <a:tr h="266106">
                <a:tc gridSpan="3">
                  <a:txBody>
                    <a:bodyPr/>
                    <a:lstStyle/>
                    <a:p>
                      <a:pPr marL="0" marR="0" lvl="0" indent="0" algn="l" rtl="0">
                        <a:spcBef>
                          <a:spcPts val="0"/>
                        </a:spcBef>
                        <a:spcAft>
                          <a:spcPts val="0"/>
                        </a:spcAft>
                        <a:buNone/>
                      </a:pPr>
                      <a:r>
                        <a:rPr lang="en-US" sz="1400" b="1" u="sng" dirty="0">
                          <a:solidFill>
                            <a:schemeClr val="tx1">
                              <a:lumMod val="50000"/>
                            </a:schemeClr>
                          </a:solidFill>
                          <a:latin typeface="Calibri" panose="020F0502020204030204" pitchFamily="34" charset="0"/>
                          <a:ea typeface="Quattrocento Sans"/>
                          <a:cs typeface="Calibri" panose="020F0502020204030204" pitchFamily="34" charset="0"/>
                          <a:sym typeface="Quattrocento Sans"/>
                        </a:rPr>
                        <a:t>Focus Areas:</a:t>
                      </a:r>
                      <a:endParaRPr sz="1600" dirty="0">
                        <a:solidFill>
                          <a:schemeClr val="tx1">
                            <a:lumMod val="50000"/>
                          </a:schemeClr>
                        </a:solidFill>
                        <a:latin typeface="Calibri" panose="020F0502020204030204" pitchFamily="34" charset="0"/>
                        <a:cs typeface="Calibri" panose="020F0502020204030204" pitchFamily="34" charset="0"/>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622876">
                <a:tc>
                  <a:txBody>
                    <a:bodyPr/>
                    <a:lstStyle/>
                    <a:p>
                      <a:pPr marL="0" marR="0" lvl="0" indent="0" algn="ctr" rtl="0">
                        <a:spcBef>
                          <a:spcPts val="0"/>
                        </a:spcBef>
                        <a:spcAft>
                          <a:spcPts val="0"/>
                        </a:spcAft>
                        <a:buNone/>
                      </a:pPr>
                      <a:endParaRPr sz="1200" dirty="0">
                        <a:latin typeface="Quattrocento Sans"/>
                        <a:ea typeface="Quattrocento Sans"/>
                        <a:cs typeface="Quattrocento Sans"/>
                        <a:sym typeface="Quattrocento Sans"/>
                      </a:endParaRPr>
                    </a:p>
                  </a:txBody>
                  <a:tcPr marL="91450" marR="91450" marT="45725" marB="45725">
                    <a:lnL w="12700" cap="flat" cmpd="sng">
                      <a:solidFill>
                        <a:srgbClr val="A5A5A5"/>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gridSpan="2">
                  <a:txBody>
                    <a:bodyPr/>
                    <a:lstStyle/>
                    <a:p>
                      <a:pPr marL="857280" marR="0" lvl="2" indent="-171456" algn="l" rtl="0">
                        <a:lnSpc>
                          <a:spcPct val="90000"/>
                        </a:lnSpc>
                        <a:spcBef>
                          <a:spcPts val="0"/>
                        </a:spcBef>
                        <a:spcAft>
                          <a:spcPts val="0"/>
                        </a:spcAft>
                        <a:buClr>
                          <a:srgbClr val="7F7F7F"/>
                        </a:buClr>
                        <a:buSzPts val="1200"/>
                        <a:buFont typeface="Quattrocento Sans"/>
                        <a:buChar char="•"/>
                      </a:pPr>
                      <a:endParaRPr dirty="0">
                        <a:solidFill>
                          <a:schemeClr val="tx1">
                            <a:lumMod val="50000"/>
                          </a:schemeClr>
                        </a:solidFill>
                        <a:latin typeface="Calibri" panose="020F0502020204030204" pitchFamily="34" charset="0"/>
                        <a:cs typeface="Calibri" panose="020F0502020204030204" pitchFamily="34" charset="0"/>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7"/>
                  </a:ext>
                </a:extLst>
              </a:tr>
              <a:tr h="266106">
                <a:tc gridSpan="3">
                  <a:txBody>
                    <a:bodyPr/>
                    <a:lstStyle/>
                    <a:p>
                      <a:pPr marL="0" marR="0" lvl="0" indent="0" algn="l" rtl="0">
                        <a:lnSpc>
                          <a:spcPct val="100000"/>
                        </a:lnSpc>
                        <a:spcBef>
                          <a:spcPts val="0"/>
                        </a:spcBef>
                        <a:spcAft>
                          <a:spcPts val="0"/>
                        </a:spcAft>
                        <a:buClr>
                          <a:schemeClr val="dk1"/>
                        </a:buClr>
                        <a:buSzPts val="1200"/>
                        <a:buFont typeface="Quattrocento Sans"/>
                        <a:buNone/>
                      </a:pPr>
                      <a:r>
                        <a:rPr lang="en-US" sz="1400" b="1" u="sng" dirty="0">
                          <a:solidFill>
                            <a:schemeClr val="tx1">
                              <a:lumMod val="50000"/>
                            </a:schemeClr>
                          </a:solidFill>
                          <a:latin typeface="Calibri" panose="020F0502020204030204" pitchFamily="34" charset="0"/>
                          <a:ea typeface="Quattrocento Sans"/>
                          <a:cs typeface="Calibri" panose="020F0502020204030204" pitchFamily="34" charset="0"/>
                          <a:sym typeface="Quattrocento Sans"/>
                        </a:rPr>
                        <a:t>Major risks</a:t>
                      </a:r>
                      <a:endParaRPr sz="1600" dirty="0">
                        <a:solidFill>
                          <a:schemeClr val="tx1">
                            <a:lumMod val="50000"/>
                          </a:schemeClr>
                        </a:solidFill>
                        <a:latin typeface="Calibri" panose="020F0502020204030204" pitchFamily="34" charset="0"/>
                        <a:cs typeface="Calibri" panose="020F0502020204030204" pitchFamily="34" charset="0"/>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532297">
                <a:tc>
                  <a:txBody>
                    <a:bodyPr/>
                    <a:lstStyle/>
                    <a:p>
                      <a:pPr marL="0" marR="0" lvl="0" indent="0" algn="ctr" rtl="0">
                        <a:spcBef>
                          <a:spcPts val="0"/>
                        </a:spcBef>
                        <a:spcAft>
                          <a:spcPts val="0"/>
                        </a:spcAft>
                        <a:buNone/>
                      </a:pPr>
                      <a:endParaRPr sz="1200" dirty="0">
                        <a:latin typeface="Quattrocento Sans"/>
                        <a:ea typeface="Quattrocento Sans"/>
                        <a:cs typeface="Quattrocento Sans"/>
                        <a:sym typeface="Quattrocento Sans"/>
                      </a:endParaRPr>
                    </a:p>
                  </a:txBody>
                  <a:tcPr marL="91450" marR="91450" marT="45725" marB="45725">
                    <a:lnL w="12700" cap="flat" cmpd="sng">
                      <a:solidFill>
                        <a:srgbClr val="A5A5A5"/>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12700" cap="flat" cmpd="sng">
                      <a:solidFill>
                        <a:srgbClr val="A5A5A5"/>
                      </a:solidFill>
                      <a:prstDash val="solid"/>
                      <a:round/>
                      <a:headEnd type="none" w="sm" len="sm"/>
                      <a:tailEnd type="none" w="sm" len="sm"/>
                    </a:lnB>
                    <a:solidFill>
                      <a:schemeClr val="lt1"/>
                    </a:solidFill>
                  </a:tcPr>
                </a:tc>
                <a:tc gridSpan="2">
                  <a:txBody>
                    <a:bodyPr/>
                    <a:lstStyle/>
                    <a:p>
                      <a:pPr marL="514368" marR="0" lvl="1" indent="-171456" algn="l" rtl="0">
                        <a:lnSpc>
                          <a:spcPct val="90000"/>
                        </a:lnSpc>
                        <a:spcBef>
                          <a:spcPts val="0"/>
                        </a:spcBef>
                        <a:spcAft>
                          <a:spcPts val="0"/>
                        </a:spcAft>
                        <a:buClr>
                          <a:srgbClr val="FF0000"/>
                        </a:buClr>
                        <a:buSzPts val="1400"/>
                        <a:buFont typeface="Calibri"/>
                        <a:buChar char="•"/>
                      </a:pPr>
                      <a:endParaRPr sz="1400" b="0" i="0" u="none" strike="noStrike" cap="none" dirty="0">
                        <a:solidFill>
                          <a:schemeClr val="tx1">
                            <a:lumMod val="50000"/>
                          </a:schemeClr>
                        </a:solidFill>
                        <a:latin typeface="Calibri" panose="020F0502020204030204" pitchFamily="34" charset="0"/>
                        <a:ea typeface="Calibri"/>
                        <a:cs typeface="Calibri" panose="020F0502020204030204" pitchFamily="34" charset="0"/>
                        <a:sym typeface="Calibri"/>
                      </a:endParaRPr>
                    </a:p>
                  </a:txBody>
                  <a:tcPr marL="91450" marR="91450"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graphicFrame>
        <p:nvGraphicFramePr>
          <p:cNvPr id="2" name="Table 1">
            <a:extLst>
              <a:ext uri="{FF2B5EF4-FFF2-40B4-BE49-F238E27FC236}">
                <a16:creationId xmlns:a16="http://schemas.microsoft.com/office/drawing/2014/main" id="{B422EE32-94F6-453E-BCCF-F40F6283111D}"/>
              </a:ext>
            </a:extLst>
          </p:cNvPr>
          <p:cNvGraphicFramePr>
            <a:graphicFrameLocks noGrp="1"/>
          </p:cNvGraphicFramePr>
          <p:nvPr>
            <p:extLst>
              <p:ext uri="{D42A27DB-BD31-4B8C-83A1-F6EECF244321}">
                <p14:modId xmlns:p14="http://schemas.microsoft.com/office/powerpoint/2010/main" val="1571817197"/>
              </p:ext>
            </p:extLst>
          </p:nvPr>
        </p:nvGraphicFramePr>
        <p:xfrm>
          <a:off x="7567863" y="46180"/>
          <a:ext cx="4603230" cy="1203034"/>
        </p:xfrm>
        <a:graphic>
          <a:graphicData uri="http://schemas.openxmlformats.org/drawingml/2006/table">
            <a:tbl>
              <a:tblPr/>
              <a:tblGrid>
                <a:gridCol w="1534410">
                  <a:extLst>
                    <a:ext uri="{9D8B030D-6E8A-4147-A177-3AD203B41FA5}">
                      <a16:colId xmlns:a16="http://schemas.microsoft.com/office/drawing/2014/main" val="1232684269"/>
                    </a:ext>
                  </a:extLst>
                </a:gridCol>
                <a:gridCol w="1534410">
                  <a:extLst>
                    <a:ext uri="{9D8B030D-6E8A-4147-A177-3AD203B41FA5}">
                      <a16:colId xmlns:a16="http://schemas.microsoft.com/office/drawing/2014/main" val="1544564888"/>
                    </a:ext>
                  </a:extLst>
                </a:gridCol>
                <a:gridCol w="1534410">
                  <a:extLst>
                    <a:ext uri="{9D8B030D-6E8A-4147-A177-3AD203B41FA5}">
                      <a16:colId xmlns:a16="http://schemas.microsoft.com/office/drawing/2014/main" val="1477557159"/>
                    </a:ext>
                  </a:extLst>
                </a:gridCol>
              </a:tblGrid>
              <a:tr h="345706">
                <a:tc>
                  <a:txBody>
                    <a:bodyPr/>
                    <a:lstStyle/>
                    <a:p>
                      <a:pPr algn="ctr" rtl="0" fontAlgn="t"/>
                      <a:r>
                        <a:rPr lang="en-US" sz="1400" b="1" dirty="0">
                          <a:solidFill>
                            <a:srgbClr val="FFFFFF"/>
                          </a:solidFill>
                          <a:effectLst/>
                          <a:latin typeface="Calibri" panose="020F0502020204030204" pitchFamily="34" charset="0"/>
                          <a:cs typeface="Calibri" panose="020F0502020204030204" pitchFamily="34" charset="0"/>
                        </a:rPr>
                        <a:t>RAG Status</a:t>
                      </a:r>
                    </a:p>
                  </a:txBody>
                  <a:tcPr marL="28575" marR="28575" marT="0" marB="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lumMod val="50000"/>
                      </a:schemeClr>
                    </a:solidFill>
                  </a:tcPr>
                </a:tc>
                <a:tc>
                  <a:txBody>
                    <a:bodyPr/>
                    <a:lstStyle/>
                    <a:p>
                      <a:pPr algn="ctr" rtl="0" fontAlgn="t"/>
                      <a:r>
                        <a:rPr lang="en-US" sz="1400" b="1" dirty="0">
                          <a:solidFill>
                            <a:srgbClr val="FFFFFF"/>
                          </a:solidFill>
                          <a:effectLst/>
                          <a:latin typeface="Calibri" panose="020F0502020204030204" pitchFamily="34" charset="0"/>
                          <a:cs typeface="Calibri" panose="020F0502020204030204" pitchFamily="34" charset="0"/>
                        </a:rPr>
                        <a:t>This Period</a:t>
                      </a:r>
                    </a:p>
                  </a:txBody>
                  <a:tcPr marL="28575" marR="28575" marT="0" marB="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lumMod val="50000"/>
                      </a:schemeClr>
                    </a:solidFill>
                  </a:tcPr>
                </a:tc>
                <a:tc>
                  <a:txBody>
                    <a:bodyPr/>
                    <a:lstStyle/>
                    <a:p>
                      <a:pPr algn="ctr" rtl="0" fontAlgn="t"/>
                      <a:r>
                        <a:rPr lang="en-US" sz="1400" b="1" dirty="0">
                          <a:solidFill>
                            <a:srgbClr val="FFFFFF"/>
                          </a:solidFill>
                          <a:effectLst/>
                          <a:latin typeface="Calibri" panose="020F0502020204030204" pitchFamily="34" charset="0"/>
                          <a:cs typeface="Calibri" panose="020F0502020204030204" pitchFamily="34" charset="0"/>
                        </a:rPr>
                        <a:t>Last Period</a:t>
                      </a:r>
                    </a:p>
                  </a:txBody>
                  <a:tcPr marL="28575" marR="28575" marT="0" marB="0" anchor="ctr">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chemeClr val="tx1">
                        <a:lumMod val="50000"/>
                      </a:schemeClr>
                    </a:solidFill>
                  </a:tcPr>
                </a:tc>
                <a:extLst>
                  <a:ext uri="{0D108BD9-81ED-4DB2-BD59-A6C34878D82A}">
                    <a16:rowId xmlns:a16="http://schemas.microsoft.com/office/drawing/2014/main" val="2791221650"/>
                  </a:ext>
                </a:extLst>
              </a:tr>
              <a:tr h="214332">
                <a:tc>
                  <a:txBody>
                    <a:bodyPr/>
                    <a:lstStyle/>
                    <a:p>
                      <a:pPr rtl="0" fontAlgn="t"/>
                      <a:r>
                        <a:rPr lang="en-US" sz="1200" b="1" dirty="0">
                          <a:solidFill>
                            <a:srgbClr val="4A4A49"/>
                          </a:solidFill>
                          <a:effectLst/>
                          <a:latin typeface="Calibri" panose="020F0502020204030204" pitchFamily="34" charset="0"/>
                          <a:cs typeface="Calibri" panose="020F0502020204030204" pitchFamily="34" charset="0"/>
                        </a:rPr>
                        <a:t>Overall RAG</a:t>
                      </a:r>
                    </a:p>
                  </a:txBody>
                  <a:tcPr marL="28575" marR="28575" marT="0" marB="0">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t"/>
                      <a:endParaRPr lang="en-US">
                        <a:effectLst/>
                      </a:endParaRPr>
                    </a:p>
                  </a:txBody>
                  <a:tcPr marL="28575" marR="28575" marT="0" marB="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C000"/>
                    </a:solidFill>
                  </a:tcPr>
                </a:tc>
                <a:tc>
                  <a:txBody>
                    <a:bodyPr/>
                    <a:lstStyle/>
                    <a:p>
                      <a:pPr rtl="0" fontAlgn="t"/>
                      <a:endParaRPr lang="en-US">
                        <a:effectLst/>
                      </a:endParaRPr>
                    </a:p>
                  </a:txBody>
                  <a:tcPr marL="28575" marR="28575" marT="0" marB="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0000"/>
                    </a:solidFill>
                  </a:tcPr>
                </a:tc>
                <a:extLst>
                  <a:ext uri="{0D108BD9-81ED-4DB2-BD59-A6C34878D82A}">
                    <a16:rowId xmlns:a16="http://schemas.microsoft.com/office/drawing/2014/main" val="4248094031"/>
                  </a:ext>
                </a:extLst>
              </a:tr>
              <a:tr h="214332">
                <a:tc>
                  <a:txBody>
                    <a:bodyPr/>
                    <a:lstStyle/>
                    <a:p>
                      <a:pPr rtl="0" fontAlgn="t"/>
                      <a:r>
                        <a:rPr lang="en-US" sz="1200" b="1" dirty="0">
                          <a:solidFill>
                            <a:srgbClr val="4A4A49"/>
                          </a:solidFill>
                          <a:effectLst/>
                          <a:latin typeface="Calibri" panose="020F0502020204030204" pitchFamily="34" charset="0"/>
                          <a:cs typeface="Calibri" panose="020F0502020204030204" pitchFamily="34" charset="0"/>
                        </a:rPr>
                        <a:t>Timelines</a:t>
                      </a:r>
                    </a:p>
                  </a:txBody>
                  <a:tcPr marL="28575" marR="28575" marT="0" marB="0">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t"/>
                      <a:endParaRPr lang="en-US">
                        <a:effectLst/>
                      </a:endParaRPr>
                    </a:p>
                  </a:txBody>
                  <a:tcPr marL="28575" marR="28575" marT="0" marB="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00B050"/>
                    </a:solidFill>
                  </a:tcPr>
                </a:tc>
                <a:tc>
                  <a:txBody>
                    <a:bodyPr/>
                    <a:lstStyle/>
                    <a:p>
                      <a:pPr rtl="0" fontAlgn="t"/>
                      <a:endParaRPr lang="en-US">
                        <a:effectLst/>
                      </a:endParaRPr>
                    </a:p>
                  </a:txBody>
                  <a:tcPr marL="28575" marR="28575" marT="0" marB="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C000"/>
                    </a:solidFill>
                  </a:tcPr>
                </a:tc>
                <a:extLst>
                  <a:ext uri="{0D108BD9-81ED-4DB2-BD59-A6C34878D82A}">
                    <a16:rowId xmlns:a16="http://schemas.microsoft.com/office/drawing/2014/main" val="1136307334"/>
                  </a:ext>
                </a:extLst>
              </a:tr>
              <a:tr h="214332">
                <a:tc>
                  <a:txBody>
                    <a:bodyPr/>
                    <a:lstStyle/>
                    <a:p>
                      <a:pPr rtl="0" fontAlgn="t"/>
                      <a:r>
                        <a:rPr lang="en-US" sz="1200" b="1" dirty="0">
                          <a:solidFill>
                            <a:srgbClr val="4A4A49"/>
                          </a:solidFill>
                          <a:effectLst/>
                          <a:latin typeface="Calibri" panose="020F0502020204030204" pitchFamily="34" charset="0"/>
                          <a:cs typeface="Calibri" panose="020F0502020204030204" pitchFamily="34" charset="0"/>
                        </a:rPr>
                        <a:t>Scope</a:t>
                      </a:r>
                    </a:p>
                  </a:txBody>
                  <a:tcPr marL="28575" marR="28575" marT="0" marB="0">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rtl="0" fontAlgn="t"/>
                      <a:endParaRPr lang="en-US">
                        <a:effectLst/>
                      </a:endParaRPr>
                    </a:p>
                  </a:txBody>
                  <a:tcPr marL="28575" marR="28575" marT="0" marB="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00B050"/>
                    </a:solidFill>
                  </a:tcPr>
                </a:tc>
                <a:tc>
                  <a:txBody>
                    <a:bodyPr/>
                    <a:lstStyle/>
                    <a:p>
                      <a:pPr rtl="0" fontAlgn="t"/>
                      <a:endParaRPr lang="en-US">
                        <a:effectLst/>
                      </a:endParaRPr>
                    </a:p>
                  </a:txBody>
                  <a:tcPr marL="28575" marR="28575" marT="0" marB="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0000"/>
                    </a:solidFill>
                  </a:tcPr>
                </a:tc>
                <a:extLst>
                  <a:ext uri="{0D108BD9-81ED-4DB2-BD59-A6C34878D82A}">
                    <a16:rowId xmlns:a16="http://schemas.microsoft.com/office/drawing/2014/main" val="1594997737"/>
                  </a:ext>
                </a:extLst>
              </a:tr>
              <a:tr h="214332">
                <a:tc>
                  <a:txBody>
                    <a:bodyPr/>
                    <a:lstStyle/>
                    <a:p>
                      <a:pPr rtl="0" fontAlgn="t"/>
                      <a:r>
                        <a:rPr lang="en-US" sz="1200" b="1" dirty="0">
                          <a:solidFill>
                            <a:srgbClr val="4A4A49"/>
                          </a:solidFill>
                          <a:effectLst/>
                          <a:latin typeface="Calibri" panose="020F0502020204030204" pitchFamily="34" charset="0"/>
                          <a:cs typeface="Calibri" panose="020F0502020204030204" pitchFamily="34" charset="0"/>
                        </a:rPr>
                        <a:t>Risks</a:t>
                      </a:r>
                    </a:p>
                  </a:txBody>
                  <a:tcPr marL="28575" marR="28575" marT="0" marB="0">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rtl="0" fontAlgn="t"/>
                      <a:endParaRPr lang="en-US">
                        <a:effectLst/>
                      </a:endParaRPr>
                    </a:p>
                  </a:txBody>
                  <a:tcPr marL="28575" marR="28575" marT="0" marB="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C000"/>
                    </a:solidFill>
                  </a:tcPr>
                </a:tc>
                <a:tc>
                  <a:txBody>
                    <a:bodyPr/>
                    <a:lstStyle/>
                    <a:p>
                      <a:pPr rtl="0" fontAlgn="t"/>
                      <a:endParaRPr lang="en-US" dirty="0">
                        <a:effectLst/>
                      </a:endParaRPr>
                    </a:p>
                  </a:txBody>
                  <a:tcPr marL="28575" marR="28575" marT="0" marB="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0000"/>
                    </a:solidFill>
                  </a:tcPr>
                </a:tc>
                <a:extLst>
                  <a:ext uri="{0D108BD9-81ED-4DB2-BD59-A6C34878D82A}">
                    <a16:rowId xmlns:a16="http://schemas.microsoft.com/office/drawing/2014/main" val="123108186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82D979-E8EE-FE47-A61D-DAE866A9BC98}"/>
              </a:ext>
            </a:extLst>
          </p:cNvPr>
          <p:cNvSpPr txBox="1"/>
          <p:nvPr/>
        </p:nvSpPr>
        <p:spPr>
          <a:xfrm>
            <a:off x="0" y="3105834"/>
            <a:ext cx="12192000" cy="646331"/>
          </a:xfrm>
          <a:prstGeom prst="rect">
            <a:avLst/>
          </a:prstGeom>
          <a:solidFill>
            <a:schemeClr val="bg2">
              <a:lumMod val="75000"/>
            </a:schemeClr>
          </a:solidFill>
        </p:spPr>
        <p:txBody>
          <a:bodyPr wrap="square" rtlCol="0">
            <a:spAutoFit/>
          </a:bodyPr>
          <a:lstStyle/>
          <a:p>
            <a:pPr algn="ctr"/>
            <a:r>
              <a:rPr lang="en-VN" sz="3600" dirty="0">
                <a:solidFill>
                  <a:schemeClr val="bg1"/>
                </a:solidFill>
                <a:latin typeface="Calibri" panose="020F0502020204030204" pitchFamily="34" charset="0"/>
                <a:cs typeface="Calibri" panose="020F0502020204030204" pitchFamily="34" charset="0"/>
              </a:rPr>
              <a:t>RISK &amp; ISSUES</a:t>
            </a:r>
          </a:p>
        </p:txBody>
      </p:sp>
    </p:spTree>
    <p:extLst>
      <p:ext uri="{BB962C8B-B14F-4D97-AF65-F5344CB8AC3E}">
        <p14:creationId xmlns:p14="http://schemas.microsoft.com/office/powerpoint/2010/main" val="3648861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C1A1C1A-86BE-4485-9BE7-BC9B410CBA3E}"/>
              </a:ext>
            </a:extLst>
          </p:cNvPr>
          <p:cNvGraphicFramePr>
            <a:graphicFrameLocks noGrp="1"/>
          </p:cNvGraphicFramePr>
          <p:nvPr>
            <p:extLst>
              <p:ext uri="{D42A27DB-BD31-4B8C-83A1-F6EECF244321}">
                <p14:modId xmlns:p14="http://schemas.microsoft.com/office/powerpoint/2010/main" val="845297416"/>
              </p:ext>
            </p:extLst>
          </p:nvPr>
        </p:nvGraphicFramePr>
        <p:xfrm>
          <a:off x="251995" y="762560"/>
          <a:ext cx="11688010" cy="6020076"/>
        </p:xfrm>
        <a:graphic>
          <a:graphicData uri="http://schemas.openxmlformats.org/drawingml/2006/table">
            <a:tbl>
              <a:tblPr firstRow="1" firstCol="1" bandRow="1">
                <a:tableStyleId>{5C22544A-7EE6-4342-B048-85BDC9FD1C3A}</a:tableStyleId>
              </a:tblPr>
              <a:tblGrid>
                <a:gridCol w="2096298">
                  <a:extLst>
                    <a:ext uri="{9D8B030D-6E8A-4147-A177-3AD203B41FA5}">
                      <a16:colId xmlns:a16="http://schemas.microsoft.com/office/drawing/2014/main" val="3538927202"/>
                    </a:ext>
                  </a:extLst>
                </a:gridCol>
                <a:gridCol w="3287527">
                  <a:extLst>
                    <a:ext uri="{9D8B030D-6E8A-4147-A177-3AD203B41FA5}">
                      <a16:colId xmlns:a16="http://schemas.microsoft.com/office/drawing/2014/main" val="994943051"/>
                    </a:ext>
                  </a:extLst>
                </a:gridCol>
                <a:gridCol w="2460177">
                  <a:extLst>
                    <a:ext uri="{9D8B030D-6E8A-4147-A177-3AD203B41FA5}">
                      <a16:colId xmlns:a16="http://schemas.microsoft.com/office/drawing/2014/main" val="1499222527"/>
                    </a:ext>
                  </a:extLst>
                </a:gridCol>
                <a:gridCol w="1281336">
                  <a:extLst>
                    <a:ext uri="{9D8B030D-6E8A-4147-A177-3AD203B41FA5}">
                      <a16:colId xmlns:a16="http://schemas.microsoft.com/office/drawing/2014/main" val="64361647"/>
                    </a:ext>
                  </a:extLst>
                </a:gridCol>
                <a:gridCol w="1281336">
                  <a:extLst>
                    <a:ext uri="{9D8B030D-6E8A-4147-A177-3AD203B41FA5}">
                      <a16:colId xmlns:a16="http://schemas.microsoft.com/office/drawing/2014/main" val="3536988188"/>
                    </a:ext>
                  </a:extLst>
                </a:gridCol>
                <a:gridCol w="1281336">
                  <a:extLst>
                    <a:ext uri="{9D8B030D-6E8A-4147-A177-3AD203B41FA5}">
                      <a16:colId xmlns:a16="http://schemas.microsoft.com/office/drawing/2014/main" val="3410484194"/>
                    </a:ext>
                  </a:extLst>
                </a:gridCol>
              </a:tblGrid>
              <a:tr h="438560">
                <a:tc>
                  <a:txBody>
                    <a:bodyPr/>
                    <a:lstStyle/>
                    <a:p>
                      <a:pPr marL="0" marR="0">
                        <a:spcBef>
                          <a:spcPts val="0"/>
                        </a:spcBef>
                        <a:spcAft>
                          <a:spcPts val="0"/>
                        </a:spcAft>
                      </a:pPr>
                      <a:r>
                        <a:rPr lang="en-US" sz="1600" dirty="0">
                          <a:effectLst/>
                          <a:latin typeface="Calibri" panose="020F0502020204030204" pitchFamily="34" charset="0"/>
                          <a:ea typeface="Calibri" panose="020F0502020204030204" pitchFamily="34" charset="0"/>
                          <a:cs typeface="Calibri" panose="020F0502020204030204" pitchFamily="34" charset="0"/>
                        </a:rPr>
                        <a:t>TOPIC</a:t>
                      </a:r>
                    </a:p>
                  </a:txBody>
                  <a:tcPr marL="30558" marR="30558" marT="0" marB="0">
                    <a:solidFill>
                      <a:schemeClr val="tx1">
                        <a:lumMod val="50000"/>
                      </a:schemeClr>
                    </a:solidFill>
                  </a:tcPr>
                </a:tc>
                <a:tc>
                  <a:txBody>
                    <a:bodyPr/>
                    <a:lstStyle/>
                    <a:p>
                      <a:pPr marL="0" marR="0">
                        <a:spcBef>
                          <a:spcPts val="0"/>
                        </a:spcBef>
                        <a:spcAft>
                          <a:spcPts val="0"/>
                        </a:spcAft>
                      </a:pPr>
                      <a:r>
                        <a:rPr lang="en-US" sz="1600" dirty="0">
                          <a:effectLst/>
                          <a:latin typeface="Calibri" panose="020F0502020204030204" pitchFamily="34" charset="0"/>
                          <a:ea typeface="Calibri" panose="020F0502020204030204" pitchFamily="34" charset="0"/>
                          <a:cs typeface="Calibri" panose="020F0502020204030204" pitchFamily="34" charset="0"/>
                        </a:rPr>
                        <a:t>Description</a:t>
                      </a:r>
                    </a:p>
                  </a:txBody>
                  <a:tcPr marL="30558" marR="30558" marT="0" marB="0">
                    <a:solidFill>
                      <a:schemeClr val="tx1">
                        <a:lumMod val="50000"/>
                      </a:schemeClr>
                    </a:solidFill>
                  </a:tcPr>
                </a:tc>
                <a:tc>
                  <a:txBody>
                    <a:bodyPr/>
                    <a:lstStyle/>
                    <a:p>
                      <a:pPr marL="0" marR="0">
                        <a:spcBef>
                          <a:spcPts val="0"/>
                        </a:spcBef>
                        <a:spcAft>
                          <a:spcPts val="0"/>
                        </a:spcAft>
                      </a:pPr>
                      <a:r>
                        <a:rPr lang="en-US" sz="1600" dirty="0">
                          <a:effectLst/>
                          <a:latin typeface="Calibri" panose="020F0502020204030204" pitchFamily="34" charset="0"/>
                          <a:ea typeface="Calibri" panose="020F0502020204030204" pitchFamily="34" charset="0"/>
                          <a:cs typeface="Calibri" panose="020F0502020204030204" pitchFamily="34" charset="0"/>
                        </a:rPr>
                        <a:t>Mitigation</a:t>
                      </a:r>
                    </a:p>
                  </a:txBody>
                  <a:tcPr marL="30558" marR="30558" marT="0" marB="0">
                    <a:solidFill>
                      <a:schemeClr val="tx1">
                        <a:lumMod val="50000"/>
                      </a:schemeClr>
                    </a:solidFill>
                  </a:tcPr>
                </a:tc>
                <a:tc>
                  <a:txBody>
                    <a:bodyPr/>
                    <a:lstStyle/>
                    <a:p>
                      <a:pPr marL="0" marR="0">
                        <a:spcBef>
                          <a:spcPts val="0"/>
                        </a:spcBef>
                        <a:spcAft>
                          <a:spcPts val="0"/>
                        </a:spcAft>
                      </a:pPr>
                      <a:r>
                        <a:rPr lang="en-US" sz="1600" dirty="0">
                          <a:effectLst/>
                          <a:latin typeface="Calibri" panose="020F0502020204030204" pitchFamily="34" charset="0"/>
                          <a:ea typeface="Calibri" panose="020F0502020204030204" pitchFamily="34" charset="0"/>
                          <a:cs typeface="Calibri" panose="020F0502020204030204" pitchFamily="34" charset="0"/>
                        </a:rPr>
                        <a:t>Severity Rating</a:t>
                      </a:r>
                    </a:p>
                  </a:txBody>
                  <a:tcPr marL="30558" marR="30558" marT="0" marB="0">
                    <a:solidFill>
                      <a:schemeClr val="tx1">
                        <a:lumMod val="50000"/>
                      </a:schemeClr>
                    </a:solidFill>
                  </a:tcPr>
                </a:tc>
                <a:tc>
                  <a:txBody>
                    <a:bodyPr/>
                    <a:lstStyle/>
                    <a:p>
                      <a:pPr marL="0" marR="0">
                        <a:spcBef>
                          <a:spcPts val="0"/>
                        </a:spcBef>
                        <a:spcAft>
                          <a:spcPts val="0"/>
                        </a:spcAft>
                      </a:pPr>
                      <a:r>
                        <a:rPr lang="en-US" sz="1600" dirty="0">
                          <a:effectLst/>
                          <a:latin typeface="Calibri" panose="020F0502020204030204" pitchFamily="34" charset="0"/>
                          <a:ea typeface="Calibri" panose="020F0502020204030204" pitchFamily="34" charset="0"/>
                          <a:cs typeface="Calibri" panose="020F0502020204030204" pitchFamily="34" charset="0"/>
                        </a:rPr>
                        <a:t>Current Assign</a:t>
                      </a:r>
                    </a:p>
                  </a:txBody>
                  <a:tcPr marL="30558" marR="30558" marT="0" marB="0">
                    <a:solidFill>
                      <a:schemeClr val="tx1">
                        <a:lumMod val="50000"/>
                      </a:schemeClr>
                    </a:solidFill>
                  </a:tcPr>
                </a:tc>
                <a:tc>
                  <a:txBody>
                    <a:bodyPr/>
                    <a:lstStyle/>
                    <a:p>
                      <a:pPr marL="0" marR="0">
                        <a:spcBef>
                          <a:spcPts val="0"/>
                        </a:spcBef>
                        <a:spcAft>
                          <a:spcPts val="0"/>
                        </a:spcAft>
                      </a:pPr>
                      <a:r>
                        <a:rPr lang="en-US" sz="1600" dirty="0">
                          <a:effectLst/>
                          <a:latin typeface="Calibri" panose="020F0502020204030204" pitchFamily="34" charset="0"/>
                          <a:ea typeface="Calibri" panose="020F0502020204030204" pitchFamily="34" charset="0"/>
                          <a:cs typeface="Calibri" panose="020F0502020204030204" pitchFamily="34" charset="0"/>
                        </a:rPr>
                        <a:t>Status</a:t>
                      </a:r>
                    </a:p>
                  </a:txBody>
                  <a:tcPr marL="30558" marR="30558" marT="0" marB="0">
                    <a:solidFill>
                      <a:schemeClr val="tx1">
                        <a:lumMod val="50000"/>
                      </a:schemeClr>
                    </a:solidFill>
                  </a:tcPr>
                </a:tc>
                <a:extLst>
                  <a:ext uri="{0D108BD9-81ED-4DB2-BD59-A6C34878D82A}">
                    <a16:rowId xmlns:a16="http://schemas.microsoft.com/office/drawing/2014/main" val="2896915499"/>
                  </a:ext>
                </a:extLst>
              </a:tr>
              <a:tr h="575610">
                <a:tc rowSpan="3">
                  <a:txBody>
                    <a:bodyPr/>
                    <a:lstStyle/>
                    <a:p>
                      <a:pPr marL="0" marR="0">
                        <a:spcBef>
                          <a:spcPts val="0"/>
                        </a:spcBef>
                        <a:spcAft>
                          <a:spcPts val="0"/>
                        </a:spcAft>
                      </a:pPr>
                      <a:endParaRPr lang="en-US" sz="1800" dirty="0">
                        <a:effectLst/>
                        <a:latin typeface="Calibri" panose="020F0502020204030204" pitchFamily="34" charset="0"/>
                        <a:ea typeface="Calibri" panose="020F0502020204030204" pitchFamily="34" charset="0"/>
                      </a:endParaRPr>
                    </a:p>
                  </a:txBody>
                  <a:tcPr marL="30558" marR="30558" marT="0" marB="0">
                    <a:solidFill>
                      <a:schemeClr val="bg2">
                        <a:lumMod val="75000"/>
                      </a:schemeClr>
                    </a:solidFill>
                  </a:tcPr>
                </a:tc>
                <a:tc>
                  <a:txBody>
                    <a:bodyPr/>
                    <a:lstStyle/>
                    <a:p>
                      <a:pPr marL="0" marR="0">
                        <a:spcBef>
                          <a:spcPts val="0"/>
                        </a:spcBef>
                        <a:spcAft>
                          <a:spcPts val="0"/>
                        </a:spcAft>
                      </a:pPr>
                      <a:endParaRPr lang="en-US" sz="1400" dirty="0">
                        <a:solidFill>
                          <a:schemeClr val="accent6">
                            <a:lumMod val="7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30558" marR="30558" marT="0" marB="0"/>
                </a:tc>
                <a:tc>
                  <a:txBody>
                    <a:bodyPr/>
                    <a:lstStyle/>
                    <a:p>
                      <a:pPr marL="0" marR="0">
                        <a:spcBef>
                          <a:spcPts val="0"/>
                        </a:spcBef>
                        <a:spcAft>
                          <a:spcPts val="0"/>
                        </a:spcAft>
                      </a:pPr>
                      <a:endParaRPr lang="en-US" sz="1400" dirty="0">
                        <a:solidFill>
                          <a:schemeClr val="accent6">
                            <a:lumMod val="7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30558" marR="30558" marT="0" marB="0"/>
                </a:tc>
                <a:tc>
                  <a:txBody>
                    <a:bodyPr/>
                    <a:lstStyle/>
                    <a:p>
                      <a:pPr marL="0" marR="0">
                        <a:spcBef>
                          <a:spcPts val="0"/>
                        </a:spcBef>
                        <a:spcAft>
                          <a:spcPts val="0"/>
                        </a:spcAft>
                      </a:pPr>
                      <a:endParaRPr lang="en-US" sz="1400" dirty="0">
                        <a:solidFill>
                          <a:schemeClr val="accent6">
                            <a:lumMod val="7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30558" marR="30558" marT="0" marB="0"/>
                </a:tc>
                <a:tc>
                  <a:txBody>
                    <a:bodyPr/>
                    <a:lstStyle/>
                    <a:p>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tc>
                  <a:txBody>
                    <a:bodyPr/>
                    <a:lstStyle/>
                    <a:p>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extLst>
                  <a:ext uri="{0D108BD9-81ED-4DB2-BD59-A6C34878D82A}">
                    <a16:rowId xmlns:a16="http://schemas.microsoft.com/office/drawing/2014/main" val="1025582189"/>
                  </a:ext>
                </a:extLst>
              </a:tr>
              <a:tr h="454012">
                <a:tc vMerge="1">
                  <a:txBody>
                    <a:bodyPr/>
                    <a:lstStyle/>
                    <a:p>
                      <a:pPr marL="0" marR="0">
                        <a:spcBef>
                          <a:spcPts val="0"/>
                        </a:spcBef>
                        <a:spcAft>
                          <a:spcPts val="0"/>
                        </a:spcAft>
                      </a:pPr>
                      <a:endParaRPr lang="en-US" sz="1200" dirty="0">
                        <a:effectLst/>
                        <a:latin typeface="Calibri" panose="020F0502020204030204" pitchFamily="34" charset="0"/>
                        <a:ea typeface="Calibri" panose="020F0502020204030204" pitchFamily="34" charset="0"/>
                      </a:endParaRPr>
                    </a:p>
                  </a:txBody>
                  <a:tcPr marL="30558" marR="30558" marT="0" marB="0"/>
                </a:tc>
                <a:tc>
                  <a:txBody>
                    <a:bodyPr/>
                    <a:lstStyle/>
                    <a:p>
                      <a:pPr marL="0" marR="0">
                        <a:spcBef>
                          <a:spcPts val="0"/>
                        </a:spcBef>
                        <a:spcAft>
                          <a:spcPts val="0"/>
                        </a:spcAft>
                      </a:pPr>
                      <a:endParaRPr lang="en-US" sz="1400" dirty="0">
                        <a:solidFill>
                          <a:schemeClr val="accent6">
                            <a:lumMod val="7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30558" marR="30558" marT="0" marB="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400" dirty="0">
                        <a:solidFill>
                          <a:schemeClr val="accent6">
                            <a:lumMod val="7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30558" marR="30558" marT="0" marB="0"/>
                </a:tc>
                <a:tc>
                  <a:txBody>
                    <a:bodyPr/>
                    <a:lstStyle/>
                    <a:p>
                      <a:pPr marL="0" marR="0">
                        <a:spcBef>
                          <a:spcPts val="0"/>
                        </a:spcBef>
                        <a:spcAft>
                          <a:spcPts val="0"/>
                        </a:spcAft>
                      </a:pPr>
                      <a:endParaRPr lang="en-US" sz="1400" dirty="0">
                        <a:solidFill>
                          <a:schemeClr val="accent6">
                            <a:lumMod val="7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30558" marR="30558" marT="0" marB="0"/>
                </a:tc>
                <a:tc>
                  <a:txBody>
                    <a:bodyPr/>
                    <a:lstStyle/>
                    <a:p>
                      <a:pPr marL="0" marR="0">
                        <a:spcBef>
                          <a:spcPts val="0"/>
                        </a:spcBef>
                        <a:spcAft>
                          <a:spcPts val="0"/>
                        </a:spcAft>
                      </a:pPr>
                      <a:endParaRPr lang="en-US" sz="1400" dirty="0">
                        <a:solidFill>
                          <a:schemeClr val="accent6">
                            <a:lumMod val="7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30558" marR="30558" marT="0" marB="0"/>
                </a:tc>
                <a:tc>
                  <a:txBody>
                    <a:bodyPr/>
                    <a:lstStyle/>
                    <a:p>
                      <a:pPr marL="0" marR="0">
                        <a:spcBef>
                          <a:spcPts val="0"/>
                        </a:spcBef>
                        <a:spcAft>
                          <a:spcPts val="0"/>
                        </a:spcAft>
                      </a:pPr>
                      <a:endParaRPr lang="en-US" sz="1400" dirty="0">
                        <a:solidFill>
                          <a:schemeClr val="accent6">
                            <a:lumMod val="7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30558" marR="30558" marT="0" marB="0"/>
                </a:tc>
                <a:extLst>
                  <a:ext uri="{0D108BD9-81ED-4DB2-BD59-A6C34878D82A}">
                    <a16:rowId xmlns:a16="http://schemas.microsoft.com/office/drawing/2014/main" val="987336397"/>
                  </a:ext>
                </a:extLst>
              </a:tr>
              <a:tr h="383740">
                <a:tc vMerge="1">
                  <a:txBody>
                    <a:bodyPr/>
                    <a:lstStyle/>
                    <a:p>
                      <a:pPr marL="0" marR="0">
                        <a:spcBef>
                          <a:spcPts val="0"/>
                        </a:spcBef>
                        <a:spcAft>
                          <a:spcPts val="0"/>
                        </a:spcAft>
                      </a:pPr>
                      <a:endParaRPr lang="en-US" sz="1200" dirty="0">
                        <a:effectLst/>
                        <a:latin typeface="Calibri" panose="020F0502020204030204" pitchFamily="34" charset="0"/>
                        <a:ea typeface="Calibri" panose="020F0502020204030204" pitchFamily="34" charset="0"/>
                      </a:endParaRPr>
                    </a:p>
                  </a:txBody>
                  <a:tcPr marL="30558" marR="30558" marT="0" marB="0"/>
                </a:tc>
                <a:tc>
                  <a:txBody>
                    <a:bodyPr/>
                    <a:lstStyle/>
                    <a:p>
                      <a:pPr marL="0" marR="0">
                        <a:spcBef>
                          <a:spcPts val="0"/>
                        </a:spcBef>
                        <a:spcAft>
                          <a:spcPts val="0"/>
                        </a:spcAft>
                      </a:pPr>
                      <a:endParaRPr lang="en-US" sz="1400" dirty="0">
                        <a:solidFill>
                          <a:schemeClr val="accent6">
                            <a:lumMod val="7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30558" marR="30558" marT="0" marB="0"/>
                </a:tc>
                <a:tc>
                  <a:txBody>
                    <a:bodyPr/>
                    <a:lstStyle/>
                    <a:p>
                      <a:pPr marL="0" marR="0">
                        <a:spcBef>
                          <a:spcPts val="0"/>
                        </a:spcBef>
                        <a:spcAft>
                          <a:spcPts val="0"/>
                        </a:spcAft>
                      </a:pPr>
                      <a:endParaRPr lang="en-US" sz="1400" dirty="0">
                        <a:solidFill>
                          <a:schemeClr val="accent6">
                            <a:lumMod val="7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30558" marR="30558" marT="0" marB="0"/>
                </a:tc>
                <a:tc>
                  <a:txBody>
                    <a:bodyPr/>
                    <a:lstStyle/>
                    <a:p>
                      <a:pPr marL="0" marR="0">
                        <a:spcBef>
                          <a:spcPts val="0"/>
                        </a:spcBef>
                        <a:spcAft>
                          <a:spcPts val="0"/>
                        </a:spcAft>
                      </a:pPr>
                      <a:endParaRPr lang="en-US" sz="1400" dirty="0">
                        <a:solidFill>
                          <a:schemeClr val="accent6">
                            <a:lumMod val="7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30558" marR="30558" marT="0" marB="0"/>
                </a:tc>
                <a:tc>
                  <a:txBody>
                    <a:bodyPr/>
                    <a:lstStyle/>
                    <a:p>
                      <a:pPr marL="0" marR="0">
                        <a:spcBef>
                          <a:spcPts val="0"/>
                        </a:spcBef>
                        <a:spcAft>
                          <a:spcPts val="0"/>
                        </a:spcAft>
                      </a:pPr>
                      <a:endParaRPr lang="en-US" sz="1400" dirty="0">
                        <a:solidFill>
                          <a:schemeClr val="accent6">
                            <a:lumMod val="7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30558" marR="30558" marT="0" marB="0"/>
                </a:tc>
                <a:tc>
                  <a:txBody>
                    <a:bodyPr/>
                    <a:lstStyle/>
                    <a:p>
                      <a:pPr marL="0" marR="0">
                        <a:spcBef>
                          <a:spcPts val="0"/>
                        </a:spcBef>
                        <a:spcAft>
                          <a:spcPts val="0"/>
                        </a:spcAft>
                      </a:pPr>
                      <a:endParaRPr lang="en-US" sz="1400" dirty="0">
                        <a:solidFill>
                          <a:schemeClr val="accent6">
                            <a:lumMod val="7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30558" marR="30558" marT="0" marB="0"/>
                </a:tc>
                <a:extLst>
                  <a:ext uri="{0D108BD9-81ED-4DB2-BD59-A6C34878D82A}">
                    <a16:rowId xmlns:a16="http://schemas.microsoft.com/office/drawing/2014/main" val="725716833"/>
                  </a:ext>
                </a:extLst>
              </a:tr>
              <a:tr h="575610">
                <a:tc>
                  <a:txBody>
                    <a:bodyPr/>
                    <a:lstStyle/>
                    <a:p>
                      <a:pPr marL="0" marR="0">
                        <a:spcBef>
                          <a:spcPts val="0"/>
                        </a:spcBef>
                        <a:spcAft>
                          <a:spcPts val="0"/>
                        </a:spcAft>
                      </a:pPr>
                      <a:endParaRPr lang="en-US" sz="1800" dirty="0">
                        <a:effectLst/>
                        <a:latin typeface="Calibri" panose="020F0502020204030204" pitchFamily="34" charset="0"/>
                        <a:ea typeface="Calibri" panose="020F0502020204030204" pitchFamily="34" charset="0"/>
                      </a:endParaRPr>
                    </a:p>
                  </a:txBody>
                  <a:tcPr marL="30558" marR="30558" marT="0" marB="0">
                    <a:solidFill>
                      <a:schemeClr val="bg2">
                        <a:lumMod val="75000"/>
                      </a:schemeClr>
                    </a:solidFill>
                  </a:tcPr>
                </a:tc>
                <a:tc>
                  <a:txBody>
                    <a:bodyPr/>
                    <a:lstStyle/>
                    <a:p>
                      <a:pPr marL="0" marR="0">
                        <a:spcBef>
                          <a:spcPts val="0"/>
                        </a:spcBef>
                        <a:spcAft>
                          <a:spcPts val="0"/>
                        </a:spcAft>
                      </a:pPr>
                      <a:endParaRPr lang="en-US" sz="1400" dirty="0">
                        <a:solidFill>
                          <a:schemeClr val="accent6">
                            <a:lumMod val="7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30558" marR="30558" marT="0" marB="0"/>
                </a:tc>
                <a:tc>
                  <a:txBody>
                    <a:bodyPr/>
                    <a:lstStyle/>
                    <a:p>
                      <a:pPr marL="0" marR="0">
                        <a:spcBef>
                          <a:spcPts val="0"/>
                        </a:spcBef>
                        <a:spcAft>
                          <a:spcPts val="0"/>
                        </a:spcAft>
                      </a:pPr>
                      <a:endParaRPr lang="en-US" sz="1400" dirty="0">
                        <a:solidFill>
                          <a:schemeClr val="accent6">
                            <a:lumMod val="7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30558" marR="30558" marT="0" marB="0"/>
                </a:tc>
                <a:tc>
                  <a:txBody>
                    <a:bodyPr/>
                    <a:lstStyle/>
                    <a:p>
                      <a:pPr marL="0" marR="0">
                        <a:spcBef>
                          <a:spcPts val="0"/>
                        </a:spcBef>
                        <a:spcAft>
                          <a:spcPts val="0"/>
                        </a:spcAft>
                      </a:pPr>
                      <a:endParaRPr lang="en-US" sz="1400" dirty="0">
                        <a:solidFill>
                          <a:schemeClr val="accent6">
                            <a:lumMod val="7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30558" marR="30558" marT="0" marB="0"/>
                </a:tc>
                <a:tc>
                  <a:txBody>
                    <a:bodyPr/>
                    <a:lstStyle/>
                    <a:p>
                      <a:pPr marL="0" marR="0">
                        <a:spcBef>
                          <a:spcPts val="0"/>
                        </a:spcBef>
                        <a:spcAft>
                          <a:spcPts val="0"/>
                        </a:spcAft>
                      </a:pPr>
                      <a:endParaRPr lang="en-US" sz="1400" dirty="0">
                        <a:solidFill>
                          <a:schemeClr val="accent6">
                            <a:lumMod val="7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30558" marR="30558" marT="0" marB="0"/>
                </a:tc>
                <a:tc>
                  <a:txBody>
                    <a:bodyPr/>
                    <a:lstStyle/>
                    <a:p>
                      <a:pPr marL="0" marR="0">
                        <a:spcBef>
                          <a:spcPts val="0"/>
                        </a:spcBef>
                        <a:spcAft>
                          <a:spcPts val="0"/>
                        </a:spcAft>
                      </a:pPr>
                      <a:endParaRPr lang="en-US" sz="1400" dirty="0">
                        <a:solidFill>
                          <a:schemeClr val="accent6">
                            <a:lumMod val="75000"/>
                          </a:schemeClr>
                        </a:solidFill>
                        <a:effectLst/>
                        <a:latin typeface="Arial" panose="020B0604020202020204" pitchFamily="34" charset="0"/>
                        <a:ea typeface="Calibri" panose="020F0502020204030204" pitchFamily="34" charset="0"/>
                        <a:cs typeface="Arial" panose="020B0604020202020204" pitchFamily="34" charset="0"/>
                      </a:endParaRPr>
                    </a:p>
                  </a:txBody>
                  <a:tcPr marL="30558" marR="30558" marT="0" marB="0"/>
                </a:tc>
                <a:extLst>
                  <a:ext uri="{0D108BD9-81ED-4DB2-BD59-A6C34878D82A}">
                    <a16:rowId xmlns:a16="http://schemas.microsoft.com/office/drawing/2014/main" val="2118677999"/>
                  </a:ext>
                </a:extLst>
              </a:tr>
              <a:tr h="575610">
                <a:tc>
                  <a:txBody>
                    <a:bodyPr/>
                    <a:lstStyle/>
                    <a:p>
                      <a:pPr marL="0" marR="0">
                        <a:spcBef>
                          <a:spcPts val="0"/>
                        </a:spcBef>
                        <a:spcAft>
                          <a:spcPts val="0"/>
                        </a:spcAft>
                      </a:pPr>
                      <a:endParaRPr lang="en-US" sz="1800" dirty="0">
                        <a:effectLst/>
                        <a:latin typeface="Calibri" panose="020F0502020204030204" pitchFamily="34" charset="0"/>
                        <a:ea typeface="Calibri" panose="020F0502020204030204" pitchFamily="34" charset="0"/>
                      </a:endParaRPr>
                    </a:p>
                  </a:txBody>
                  <a:tcPr marL="30558" marR="30558" marT="0" marB="0">
                    <a:solidFill>
                      <a:schemeClr val="bg2">
                        <a:lumMod val="75000"/>
                      </a:schemeClr>
                    </a:solidFill>
                  </a:tcPr>
                </a:tc>
                <a:tc>
                  <a:txBody>
                    <a:bodyPr/>
                    <a:lstStyle/>
                    <a:p>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tc>
                  <a:txBody>
                    <a:bodyPr/>
                    <a:lstStyle/>
                    <a:p>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tc>
                  <a:txBody>
                    <a:bodyPr/>
                    <a:lstStyle/>
                    <a:p>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tc>
                  <a:txBody>
                    <a:bodyPr/>
                    <a:lstStyle/>
                    <a:p>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tc>
                  <a:txBody>
                    <a:bodyPr/>
                    <a:lstStyle/>
                    <a:p>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extLst>
                  <a:ext uri="{0D108BD9-81ED-4DB2-BD59-A6C34878D82A}">
                    <a16:rowId xmlns:a16="http://schemas.microsoft.com/office/drawing/2014/main" val="2363350472"/>
                  </a:ext>
                </a:extLst>
              </a:tr>
              <a:tr h="470187">
                <a:tc rowSpan="4">
                  <a:txBody>
                    <a:bodyPr/>
                    <a:lstStyle/>
                    <a:p>
                      <a:pPr marL="0" marR="0">
                        <a:spcBef>
                          <a:spcPts val="0"/>
                        </a:spcBef>
                        <a:spcAft>
                          <a:spcPts val="0"/>
                        </a:spcAft>
                      </a:pPr>
                      <a:endParaRPr lang="en-US" sz="1800" dirty="0">
                        <a:effectLst/>
                        <a:latin typeface="Calibri" panose="020F0502020204030204" pitchFamily="34" charset="0"/>
                        <a:ea typeface="Calibri" panose="020F0502020204030204" pitchFamily="34" charset="0"/>
                      </a:endParaRPr>
                    </a:p>
                  </a:txBody>
                  <a:tcPr marL="30558" marR="30558" marT="0" marB="0" anchor="ctr">
                    <a:solidFill>
                      <a:schemeClr val="bg2">
                        <a:lumMod val="75000"/>
                      </a:schemeClr>
                    </a:solidFill>
                  </a:tcPr>
                </a:tc>
                <a:tc>
                  <a:txBody>
                    <a:bodyPr/>
                    <a:lstStyle/>
                    <a:p>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tc>
                  <a:txBody>
                    <a:bodyPr/>
                    <a:lstStyle/>
                    <a:p>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tc>
                  <a:txBody>
                    <a:bodyPr/>
                    <a:lstStyle/>
                    <a:p>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tc>
                  <a:txBody>
                    <a:bodyPr/>
                    <a:lstStyle/>
                    <a:p>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tc>
                  <a:txBody>
                    <a:bodyPr/>
                    <a:lstStyle/>
                    <a:p>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extLst>
                  <a:ext uri="{0D108BD9-81ED-4DB2-BD59-A6C34878D82A}">
                    <a16:rowId xmlns:a16="http://schemas.microsoft.com/office/drawing/2014/main" val="3212952567"/>
                  </a:ext>
                </a:extLst>
              </a:tr>
              <a:tr h="468079">
                <a:tc vMerge="1">
                  <a:txBody>
                    <a:bodyPr/>
                    <a:lstStyle/>
                    <a:p>
                      <a:pPr marL="0" marR="0">
                        <a:spcBef>
                          <a:spcPts val="0"/>
                        </a:spcBef>
                        <a:spcAft>
                          <a:spcPts val="0"/>
                        </a:spcAft>
                      </a:pPr>
                      <a:endParaRPr lang="en-US" sz="1800" dirty="0">
                        <a:effectLst/>
                        <a:latin typeface="Calibri" panose="020F0502020204030204" pitchFamily="34" charset="0"/>
                        <a:ea typeface="Calibri" panose="020F0502020204030204" pitchFamily="34" charset="0"/>
                      </a:endParaRPr>
                    </a:p>
                  </a:txBody>
                  <a:tcPr marL="30558" marR="30558" marT="0" marB="0" anchor="ctr"/>
                </a:tc>
                <a:tc>
                  <a:txBody>
                    <a:bodyPr/>
                    <a:lstStyle/>
                    <a:p>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tc>
                  <a:txBody>
                    <a:bodyPr/>
                    <a:lstStyle/>
                    <a:p>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tc>
                  <a:txBody>
                    <a:bodyPr/>
                    <a:lstStyle/>
                    <a:p>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extLst>
                  <a:ext uri="{0D108BD9-81ED-4DB2-BD59-A6C34878D82A}">
                    <a16:rowId xmlns:a16="http://schemas.microsoft.com/office/drawing/2014/main" val="1445608145"/>
                  </a:ext>
                </a:extLst>
              </a:tr>
              <a:tr h="670490">
                <a:tc vMerge="1">
                  <a:txBody>
                    <a:bodyPr/>
                    <a:lstStyle/>
                    <a:p>
                      <a:pPr marL="0" marR="0">
                        <a:spcBef>
                          <a:spcPts val="0"/>
                        </a:spcBef>
                        <a:spcAft>
                          <a:spcPts val="0"/>
                        </a:spcAft>
                      </a:pPr>
                      <a:endParaRPr lang="en-US" sz="1800" dirty="0">
                        <a:effectLst/>
                        <a:latin typeface="Calibri" panose="020F0502020204030204" pitchFamily="34" charset="0"/>
                        <a:ea typeface="Calibri" panose="020F0502020204030204" pitchFamily="34" charset="0"/>
                      </a:endParaRPr>
                    </a:p>
                  </a:txBody>
                  <a:tcPr marL="30558" marR="30558" marT="0" marB="0" anchor="ctr"/>
                </a:tc>
                <a:tc>
                  <a:txBody>
                    <a:bodyPr/>
                    <a:lstStyle/>
                    <a:p>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tc>
                  <a:txBody>
                    <a:bodyPr/>
                    <a:lstStyle/>
                    <a:p>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tc>
                  <a:txBody>
                    <a:bodyPr/>
                    <a:lstStyle/>
                    <a:p>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tc>
                  <a:txBody>
                    <a:bodyPr/>
                    <a:lstStyle/>
                    <a:p>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extLst>
                  <a:ext uri="{0D108BD9-81ED-4DB2-BD59-A6C34878D82A}">
                    <a16:rowId xmlns:a16="http://schemas.microsoft.com/office/drawing/2014/main" val="3383337171"/>
                  </a:ext>
                </a:extLst>
              </a:tr>
              <a:tr h="575610">
                <a:tc vMerge="1">
                  <a:txBody>
                    <a:bodyPr/>
                    <a:lstStyle/>
                    <a:p>
                      <a:pPr marL="0" marR="0">
                        <a:spcBef>
                          <a:spcPts val="0"/>
                        </a:spcBef>
                        <a:spcAft>
                          <a:spcPts val="0"/>
                        </a:spcAft>
                      </a:pPr>
                      <a:endParaRPr lang="en-US" sz="1200" dirty="0">
                        <a:effectLst/>
                        <a:latin typeface="Calibri" panose="020F0502020204030204" pitchFamily="34" charset="0"/>
                        <a:ea typeface="Calibri" panose="020F0502020204030204" pitchFamily="34" charset="0"/>
                      </a:endParaRPr>
                    </a:p>
                  </a:txBody>
                  <a:tcPr marL="30558" marR="30558" marT="0" marB="0"/>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chemeClr val="accent6">
                            <a:lumMod val="75000"/>
                          </a:schemeClr>
                        </a:solidFill>
                        <a:effectLst/>
                        <a:uLnTx/>
                        <a:uFillTx/>
                        <a:latin typeface="Arial" panose="020B0604020202020204" pitchFamily="34" charset="0"/>
                        <a:ea typeface="+mn-ea"/>
                        <a:cs typeface="Arial" panose="020B0604020202020204" pitchFamily="34" charset="0"/>
                      </a:endParaRPr>
                    </a:p>
                  </a:txBody>
                  <a:tcPr marL="30558" marR="30558" marT="0" marB="0"/>
                </a:tc>
                <a:tc>
                  <a:txBody>
                    <a:bodyPr/>
                    <a:lstStyle/>
                    <a:p>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tc>
                  <a:txBody>
                    <a:bodyPr/>
                    <a:lstStyle/>
                    <a:p>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tc>
                  <a:txBody>
                    <a:bodyPr/>
                    <a:lstStyle/>
                    <a:p>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tc>
                  <a:txBody>
                    <a:bodyPr/>
                    <a:lstStyle/>
                    <a:p>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extLst>
                  <a:ext uri="{0D108BD9-81ED-4DB2-BD59-A6C34878D82A}">
                    <a16:rowId xmlns:a16="http://schemas.microsoft.com/office/drawing/2014/main" val="610095584"/>
                  </a:ext>
                </a:extLst>
              </a:tr>
              <a:tr h="399708">
                <a:tc rowSpan="2">
                  <a:txBody>
                    <a:bodyPr/>
                    <a:lstStyle/>
                    <a:p>
                      <a:pPr marL="0" marR="0">
                        <a:spcBef>
                          <a:spcPts val="0"/>
                        </a:spcBef>
                        <a:spcAft>
                          <a:spcPts val="0"/>
                        </a:spcAft>
                      </a:pPr>
                      <a:endParaRPr lang="en-US" sz="1800" dirty="0">
                        <a:effectLst/>
                        <a:latin typeface="Calibri" panose="020F0502020204030204" pitchFamily="34" charset="0"/>
                        <a:ea typeface="Calibri" panose="020F0502020204030204" pitchFamily="34" charset="0"/>
                      </a:endParaRPr>
                    </a:p>
                  </a:txBody>
                  <a:tcPr marL="30558" marR="30558" marT="0" marB="0" anchor="ctr">
                    <a:solidFill>
                      <a:schemeClr val="bg2">
                        <a:lumMod val="75000"/>
                      </a:schemeClr>
                    </a:solidFill>
                  </a:tcPr>
                </a:tc>
                <a:tc>
                  <a:txBody>
                    <a:bodyPr/>
                    <a:lstStyle/>
                    <a:p>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tc>
                  <a:txBody>
                    <a:bodyPr/>
                    <a:lstStyle/>
                    <a:p>
                      <a:endParaRPr lang="en-US" sz="1400" dirty="0">
                        <a:latin typeface="Arial" panose="020B0604020202020204" pitchFamily="34" charset="0"/>
                        <a:cs typeface="Arial" panose="020B0604020202020204" pitchFamily="34" charset="0"/>
                      </a:endParaRPr>
                    </a:p>
                  </a:txBody>
                  <a:tcPr marL="30558" marR="30558" marT="0" marB="0"/>
                </a:tc>
                <a:tc>
                  <a:txBody>
                    <a:bodyPr/>
                    <a:lstStyle/>
                    <a:p>
                      <a:endParaRPr lang="en-US" sz="1400" dirty="0">
                        <a:latin typeface="Arial" panose="020B0604020202020204" pitchFamily="34" charset="0"/>
                        <a:cs typeface="Arial" panose="020B0604020202020204" pitchFamily="34" charset="0"/>
                      </a:endParaRPr>
                    </a:p>
                  </a:txBody>
                  <a:tcPr marL="30558" marR="30558" marT="0" marB="0"/>
                </a:tc>
                <a:tc>
                  <a:txBody>
                    <a:bodyPr/>
                    <a:lstStyle/>
                    <a:p>
                      <a:endParaRPr lang="en-US" sz="1400" dirty="0">
                        <a:latin typeface="Arial" panose="020B0604020202020204" pitchFamily="34" charset="0"/>
                        <a:cs typeface="Arial" panose="020B0604020202020204" pitchFamily="34" charset="0"/>
                      </a:endParaRPr>
                    </a:p>
                  </a:txBody>
                  <a:tcPr marL="30558" marR="30558" marT="0" marB="0"/>
                </a:tc>
                <a:tc>
                  <a:txBody>
                    <a:bodyPr/>
                    <a:lstStyle/>
                    <a:p>
                      <a:endParaRPr lang="en-US" sz="1400" dirty="0">
                        <a:latin typeface="Arial" panose="020B0604020202020204" pitchFamily="34" charset="0"/>
                        <a:cs typeface="Arial" panose="020B0604020202020204" pitchFamily="34" charset="0"/>
                      </a:endParaRPr>
                    </a:p>
                  </a:txBody>
                  <a:tcPr marL="30558" marR="30558" marT="0" marB="0"/>
                </a:tc>
                <a:extLst>
                  <a:ext uri="{0D108BD9-81ED-4DB2-BD59-A6C34878D82A}">
                    <a16:rowId xmlns:a16="http://schemas.microsoft.com/office/drawing/2014/main" val="2005698796"/>
                  </a:ext>
                </a:extLst>
              </a:tr>
              <a:tr h="383740">
                <a:tc vMerge="1">
                  <a:txBody>
                    <a:bodyPr/>
                    <a:lstStyle/>
                    <a:p>
                      <a:pPr marL="0" marR="0">
                        <a:spcBef>
                          <a:spcPts val="0"/>
                        </a:spcBef>
                        <a:spcAft>
                          <a:spcPts val="0"/>
                        </a:spcAft>
                      </a:pPr>
                      <a:endParaRPr lang="en-US" sz="1200" dirty="0">
                        <a:effectLst/>
                        <a:latin typeface="Calibri" panose="020F0502020204030204" pitchFamily="34" charset="0"/>
                        <a:ea typeface="Calibri" panose="020F0502020204030204" pitchFamily="34" charset="0"/>
                      </a:endParaRPr>
                    </a:p>
                  </a:txBody>
                  <a:tcPr marL="30558" marR="30558" marT="0" marB="0"/>
                </a:tc>
                <a:tc>
                  <a:txBody>
                    <a:bodyPr/>
                    <a:lstStyle/>
                    <a:p>
                      <a:endParaRPr lang="en-US" sz="1400" dirty="0">
                        <a:solidFill>
                          <a:schemeClr val="accent6">
                            <a:lumMod val="75000"/>
                          </a:schemeClr>
                        </a:solidFill>
                        <a:latin typeface="Arial" panose="020B0604020202020204" pitchFamily="34" charset="0"/>
                        <a:cs typeface="Arial" panose="020B0604020202020204" pitchFamily="34" charset="0"/>
                      </a:endParaRPr>
                    </a:p>
                  </a:txBody>
                  <a:tcPr marL="30558" marR="30558" marT="0" marB="0"/>
                </a:tc>
                <a:tc>
                  <a:txBody>
                    <a:bodyPr/>
                    <a:lstStyle/>
                    <a:p>
                      <a:endParaRPr lang="en-US" sz="1400" dirty="0">
                        <a:latin typeface="Arial" panose="020B0604020202020204" pitchFamily="34" charset="0"/>
                        <a:cs typeface="Arial" panose="020B0604020202020204" pitchFamily="34" charset="0"/>
                      </a:endParaRPr>
                    </a:p>
                  </a:txBody>
                  <a:tcPr marL="30558" marR="30558" marT="0" marB="0"/>
                </a:tc>
                <a:tc>
                  <a:txBody>
                    <a:bodyPr/>
                    <a:lstStyle/>
                    <a:p>
                      <a:endParaRPr lang="en-US" sz="1400" dirty="0">
                        <a:latin typeface="Arial" panose="020B0604020202020204" pitchFamily="34" charset="0"/>
                        <a:cs typeface="Arial" panose="020B0604020202020204" pitchFamily="34" charset="0"/>
                      </a:endParaRPr>
                    </a:p>
                  </a:txBody>
                  <a:tcPr marL="30558" marR="30558" marT="0" marB="0"/>
                </a:tc>
                <a:tc>
                  <a:txBody>
                    <a:bodyPr/>
                    <a:lstStyle/>
                    <a:p>
                      <a:endParaRPr lang="en-US" sz="1400" dirty="0">
                        <a:latin typeface="Arial" panose="020B0604020202020204" pitchFamily="34" charset="0"/>
                        <a:cs typeface="Arial" panose="020B0604020202020204" pitchFamily="34" charset="0"/>
                      </a:endParaRPr>
                    </a:p>
                  </a:txBody>
                  <a:tcPr marL="30558" marR="30558" marT="0" marB="0"/>
                </a:tc>
                <a:tc>
                  <a:txBody>
                    <a:bodyPr/>
                    <a:lstStyle/>
                    <a:p>
                      <a:endParaRPr lang="en-US" sz="1400" dirty="0">
                        <a:latin typeface="Arial" panose="020B0604020202020204" pitchFamily="34" charset="0"/>
                        <a:cs typeface="Arial" panose="020B0604020202020204" pitchFamily="34" charset="0"/>
                      </a:endParaRPr>
                    </a:p>
                  </a:txBody>
                  <a:tcPr marL="30558" marR="30558" marT="0" marB="0"/>
                </a:tc>
                <a:extLst>
                  <a:ext uri="{0D108BD9-81ED-4DB2-BD59-A6C34878D82A}">
                    <a16:rowId xmlns:a16="http://schemas.microsoft.com/office/drawing/2014/main" val="3471463390"/>
                  </a:ext>
                </a:extLst>
              </a:tr>
            </a:tbl>
          </a:graphicData>
        </a:graphic>
      </p:graphicFrame>
      <p:sp>
        <p:nvSpPr>
          <p:cNvPr id="3" name="Google Shape;567;p7">
            <a:extLst>
              <a:ext uri="{FF2B5EF4-FFF2-40B4-BE49-F238E27FC236}">
                <a16:creationId xmlns:a16="http://schemas.microsoft.com/office/drawing/2014/main" id="{6C9195EB-08AF-4F7D-AA2B-BC45A116F93B}"/>
              </a:ext>
            </a:extLst>
          </p:cNvPr>
          <p:cNvSpPr txBox="1"/>
          <p:nvPr/>
        </p:nvSpPr>
        <p:spPr>
          <a:xfrm>
            <a:off x="0" y="38515"/>
            <a:ext cx="7270229"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dirty="0">
                <a:solidFill>
                  <a:schemeClr val="tx1">
                    <a:lumMod val="50000"/>
                  </a:schemeClr>
                </a:solidFill>
                <a:latin typeface="Calibri" panose="020F0502020204030204" pitchFamily="34" charset="0"/>
                <a:ea typeface="Quattrocento Sans"/>
                <a:cs typeface="Calibri" panose="020F0502020204030204" pitchFamily="34" charset="0"/>
                <a:sym typeface="Quattrocento Sans"/>
              </a:rPr>
              <a:t>Risk &amp; Issues</a:t>
            </a:r>
            <a:endParaRPr dirty="0">
              <a:solidFill>
                <a:schemeClr val="tx1">
                  <a:lumMod val="5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34800729"/>
      </p:ext>
    </p:extLst>
  </p:cSld>
  <p:clrMapOvr>
    <a:masterClrMapping/>
  </p:clrMapOvr>
</p:sld>
</file>

<file path=ppt/theme/theme1.xml><?xml version="1.0" encoding="utf-8"?>
<a:theme xmlns:a="http://schemas.openxmlformats.org/drawingml/2006/main" name="Powerpoint Template_FULL">
  <a:themeElements>
    <a:clrScheme name="Custom 2">
      <a:dk1>
        <a:srgbClr val="4A4A49"/>
      </a:dk1>
      <a:lt1>
        <a:srgbClr val="FFFFFF"/>
      </a:lt1>
      <a:dk2>
        <a:srgbClr val="7E9AAB"/>
      </a:dk2>
      <a:lt2>
        <a:srgbClr val="006FBA"/>
      </a:lt2>
      <a:accent1>
        <a:srgbClr val="131CD2"/>
      </a:accent1>
      <a:accent2>
        <a:srgbClr val="5BC5F2"/>
      </a:accent2>
      <a:accent3>
        <a:srgbClr val="D63120"/>
      </a:accent3>
      <a:accent4>
        <a:srgbClr val="DD0071"/>
      </a:accent4>
      <a:accent5>
        <a:srgbClr val="EA84AB"/>
      </a:accent5>
      <a:accent6>
        <a:srgbClr val="4A4A49"/>
      </a:accent6>
      <a:hlink>
        <a:srgbClr val="4A4A49"/>
      </a:hlink>
      <a:folHlink>
        <a:srgbClr val="4A4A4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3599</TotalTime>
  <Words>141</Words>
  <Application>Microsoft Macintosh PowerPoint</Application>
  <PresentationFormat>Widescreen</PresentationFormat>
  <Paragraphs>80</Paragraphs>
  <Slides>9</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Quattrocento Sans</vt:lpstr>
      <vt:lpstr>Helvetica Neue</vt:lpstr>
      <vt:lpstr>Calibri</vt:lpstr>
      <vt:lpstr>Arial</vt:lpstr>
      <vt:lpstr>Powerpoint Template_FULL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Francis Bacoto</dc:creator>
  <cp:lastModifiedBy>Microsoft Office User</cp:lastModifiedBy>
  <cp:revision>84</cp:revision>
  <dcterms:created xsi:type="dcterms:W3CDTF">2019-07-01T03:50:10Z</dcterms:created>
  <dcterms:modified xsi:type="dcterms:W3CDTF">2021-05-15T13:44:49Z</dcterms:modified>
</cp:coreProperties>
</file>